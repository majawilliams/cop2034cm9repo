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6"/>
  </p:notesMasterIdLst>
  <p:sldIdLst>
    <p:sldId id="256" r:id="rId5"/>
    <p:sldId id="295" r:id="rId6"/>
    <p:sldId id="525" r:id="rId7"/>
    <p:sldId id="524" r:id="rId8"/>
    <p:sldId id="258" r:id="rId9"/>
    <p:sldId id="296" r:id="rId10"/>
    <p:sldId id="260" r:id="rId11"/>
    <p:sldId id="262" r:id="rId12"/>
    <p:sldId id="263" r:id="rId13"/>
    <p:sldId id="297" r:id="rId14"/>
    <p:sldId id="264" r:id="rId15"/>
    <p:sldId id="265" r:id="rId16"/>
    <p:sldId id="298" r:id="rId17"/>
    <p:sldId id="347" r:id="rId18"/>
    <p:sldId id="299" r:id="rId19"/>
    <p:sldId id="266" r:id="rId20"/>
    <p:sldId id="301" r:id="rId21"/>
    <p:sldId id="267" r:id="rId22"/>
    <p:sldId id="300" r:id="rId23"/>
    <p:sldId id="302" r:id="rId24"/>
    <p:sldId id="303" r:id="rId25"/>
    <p:sldId id="268" r:id="rId26"/>
    <p:sldId id="304" r:id="rId27"/>
    <p:sldId id="306" r:id="rId28"/>
    <p:sldId id="305" r:id="rId29"/>
    <p:sldId id="269" r:id="rId30"/>
    <p:sldId id="308" r:id="rId31"/>
    <p:sldId id="309" r:id="rId32"/>
    <p:sldId id="307" r:id="rId33"/>
    <p:sldId id="270" r:id="rId34"/>
    <p:sldId id="311" r:id="rId35"/>
    <p:sldId id="310" r:id="rId36"/>
    <p:sldId id="312" r:id="rId37"/>
    <p:sldId id="335" r:id="rId38"/>
    <p:sldId id="336" r:id="rId39"/>
    <p:sldId id="313" r:id="rId40"/>
    <p:sldId id="314" r:id="rId41"/>
    <p:sldId id="337" r:id="rId42"/>
    <p:sldId id="338" r:id="rId43"/>
    <p:sldId id="273" r:id="rId44"/>
    <p:sldId id="339" r:id="rId45"/>
    <p:sldId id="274" r:id="rId46"/>
    <p:sldId id="275" r:id="rId47"/>
    <p:sldId id="276" r:id="rId48"/>
    <p:sldId id="340" r:id="rId49"/>
    <p:sldId id="349" r:id="rId50"/>
    <p:sldId id="348" r:id="rId51"/>
    <p:sldId id="350" r:id="rId52"/>
    <p:sldId id="277" r:id="rId53"/>
    <p:sldId id="341" r:id="rId54"/>
    <p:sldId id="342" r:id="rId55"/>
    <p:sldId id="343" r:id="rId56"/>
    <p:sldId id="351" r:id="rId57"/>
    <p:sldId id="344" r:id="rId58"/>
    <p:sldId id="281" r:id="rId59"/>
    <p:sldId id="345" r:id="rId60"/>
    <p:sldId id="282" r:id="rId61"/>
    <p:sldId id="346" r:id="rId62"/>
    <p:sldId id="287" r:id="rId63"/>
    <p:sldId id="288" r:id="rId64"/>
    <p:sldId id="330" r:id="rId65"/>
    <p:sldId id="331" r:id="rId66"/>
    <p:sldId id="333" r:id="rId67"/>
    <p:sldId id="334" r:id="rId68"/>
    <p:sldId id="289" r:id="rId69"/>
    <p:sldId id="327" r:id="rId70"/>
    <p:sldId id="290" r:id="rId71"/>
    <p:sldId id="326" r:id="rId72"/>
    <p:sldId id="352" r:id="rId73"/>
    <p:sldId id="315" r:id="rId74"/>
    <p:sldId id="316" r:id="rId75"/>
    <p:sldId id="317" r:id="rId76"/>
    <p:sldId id="320" r:id="rId77"/>
    <p:sldId id="321" r:id="rId78"/>
    <p:sldId id="322" r:id="rId79"/>
    <p:sldId id="323" r:id="rId80"/>
    <p:sldId id="324" r:id="rId81"/>
    <p:sldId id="325" r:id="rId82"/>
    <p:sldId id="291" r:id="rId83"/>
    <p:sldId id="292" r:id="rId84"/>
    <p:sldId id="294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6A5331A-570A-48D3-AB2C-2C850652C5B8}">
          <p14:sldIdLst>
            <p14:sldId id="256"/>
            <p14:sldId id="295"/>
            <p14:sldId id="525"/>
            <p14:sldId id="524"/>
            <p14:sldId id="258"/>
            <p14:sldId id="296"/>
            <p14:sldId id="260"/>
            <p14:sldId id="262"/>
            <p14:sldId id="263"/>
            <p14:sldId id="297"/>
            <p14:sldId id="264"/>
            <p14:sldId id="265"/>
            <p14:sldId id="298"/>
            <p14:sldId id="347"/>
            <p14:sldId id="299"/>
            <p14:sldId id="266"/>
            <p14:sldId id="301"/>
            <p14:sldId id="267"/>
            <p14:sldId id="300"/>
            <p14:sldId id="302"/>
            <p14:sldId id="303"/>
            <p14:sldId id="268"/>
            <p14:sldId id="304"/>
            <p14:sldId id="306"/>
            <p14:sldId id="305"/>
            <p14:sldId id="269"/>
            <p14:sldId id="308"/>
            <p14:sldId id="309"/>
            <p14:sldId id="307"/>
            <p14:sldId id="270"/>
            <p14:sldId id="311"/>
            <p14:sldId id="310"/>
            <p14:sldId id="312"/>
            <p14:sldId id="335"/>
            <p14:sldId id="336"/>
            <p14:sldId id="313"/>
            <p14:sldId id="314"/>
            <p14:sldId id="337"/>
            <p14:sldId id="338"/>
            <p14:sldId id="273"/>
            <p14:sldId id="339"/>
            <p14:sldId id="274"/>
            <p14:sldId id="275"/>
            <p14:sldId id="276"/>
            <p14:sldId id="340"/>
            <p14:sldId id="349"/>
            <p14:sldId id="348"/>
            <p14:sldId id="350"/>
            <p14:sldId id="277"/>
            <p14:sldId id="341"/>
            <p14:sldId id="342"/>
            <p14:sldId id="343"/>
            <p14:sldId id="351"/>
            <p14:sldId id="344"/>
            <p14:sldId id="281"/>
            <p14:sldId id="345"/>
            <p14:sldId id="282"/>
            <p14:sldId id="346"/>
            <p14:sldId id="287"/>
            <p14:sldId id="288"/>
            <p14:sldId id="330"/>
            <p14:sldId id="331"/>
            <p14:sldId id="333"/>
            <p14:sldId id="334"/>
            <p14:sldId id="289"/>
            <p14:sldId id="327"/>
            <p14:sldId id="290"/>
            <p14:sldId id="326"/>
            <p14:sldId id="352"/>
            <p14:sldId id="315"/>
            <p14:sldId id="316"/>
            <p14:sldId id="317"/>
            <p14:sldId id="320"/>
            <p14:sldId id="321"/>
            <p14:sldId id="322"/>
            <p14:sldId id="323"/>
            <p14:sldId id="324"/>
            <p14:sldId id="325"/>
            <p14:sldId id="291"/>
            <p14:sldId id="292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theme" Target="theme/theme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tableStyles" Target="tableStyles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viewProps" Target="viewProps.xml"/><Relationship Id="rId9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presProps" Target="pres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letary, David S." userId="45c19336-5b87-4564-b40a-d17e89ba411b" providerId="ADAL" clId="{B85AEF05-B4A5-425B-BFBB-537936FBEC25}"/>
    <pc:docChg chg="undo custSel addSld delSld modSld modSection">
      <pc:chgData name="Singletary, David S." userId="45c19336-5b87-4564-b40a-d17e89ba411b" providerId="ADAL" clId="{B85AEF05-B4A5-425B-BFBB-537936FBEC25}" dt="2021-03-13T20:53:37.336" v="10" actId="20577"/>
      <pc:docMkLst>
        <pc:docMk/>
      </pc:docMkLst>
      <pc:sldChg chg="add del">
        <pc:chgData name="Singletary, David S." userId="45c19336-5b87-4564-b40a-d17e89ba411b" providerId="ADAL" clId="{B85AEF05-B4A5-425B-BFBB-537936FBEC25}" dt="2021-03-13T20:23:27.323" v="1" actId="47"/>
        <pc:sldMkLst>
          <pc:docMk/>
          <pc:sldMk cId="2155227258" sldId="256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1920477338" sldId="257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994448477" sldId="258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3145872020" sldId="260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1179643589" sldId="262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702919912" sldId="263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1809517374" sldId="264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293139896" sldId="265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1674551808" sldId="266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738633402" sldId="267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352363790" sldId="268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3712759392" sldId="269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4276294952" sldId="270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1884678943" sldId="273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1003788831" sldId="274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698271684" sldId="275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059169782" sldId="276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906474090" sldId="277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15550459" sldId="281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3025945357" sldId="282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1082171958" sldId="287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28914792" sldId="288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2327714391" sldId="289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1338652125" sldId="290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1228165873" sldId="291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4158563938" sldId="292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1610964584" sldId="294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343922618" sldId="295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029715855" sldId="296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3170146848" sldId="297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97213308" sldId="298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3841289873" sldId="299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161593821" sldId="300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1011046840" sldId="301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3684298004" sldId="302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3477059892" sldId="303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709814870" sldId="304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1458027477" sldId="305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4223213054" sldId="306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749439302" sldId="307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007209777" sldId="308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3117200092" sldId="309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3592206131" sldId="310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1572310594" sldId="311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218957228" sldId="312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1603497385" sldId="313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284193051" sldId="314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3429212448" sldId="315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719932127" sldId="316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276626281" sldId="317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1140912392" sldId="320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2295684934" sldId="321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8110138" sldId="322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2275934174" sldId="323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4208512235" sldId="324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2178687897" sldId="325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4273111365" sldId="326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827292057" sldId="327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999370832" sldId="330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1848948149" sldId="331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1391645156" sldId="333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1624387335" sldId="334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1376266959" sldId="335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1359578464" sldId="336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606623745" sldId="337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585219003" sldId="338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918501307" sldId="339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3562638740" sldId="340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3711547906" sldId="341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3396921274" sldId="342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1221612829" sldId="343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561932643" sldId="344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283884443" sldId="345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000546868" sldId="346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1196214595" sldId="347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516597141" sldId="348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1261467647" sldId="349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416181523" sldId="350"/>
        </pc:sldMkLst>
      </pc:sldChg>
      <pc:sldChg chg="add del">
        <pc:chgData name="Singletary, David S." userId="45c19336-5b87-4564-b40a-d17e89ba411b" providerId="ADAL" clId="{B85AEF05-B4A5-425B-BFBB-537936FBEC25}" dt="2021-03-13T20:23:40.036" v="3"/>
        <pc:sldMkLst>
          <pc:docMk/>
          <pc:sldMk cId="2718346296" sldId="351"/>
        </pc:sldMkLst>
      </pc:sldChg>
      <pc:sldChg chg="add del modTransition">
        <pc:chgData name="Singletary, David S." userId="45c19336-5b87-4564-b40a-d17e89ba411b" providerId="ADAL" clId="{B85AEF05-B4A5-425B-BFBB-537936FBEC25}" dt="2021-03-13T20:24:11.248" v="4"/>
        <pc:sldMkLst>
          <pc:docMk/>
          <pc:sldMk cId="933517526" sldId="352"/>
        </pc:sldMkLst>
      </pc:sldChg>
      <pc:sldChg chg="add">
        <pc:chgData name="Singletary, David S." userId="45c19336-5b87-4564-b40a-d17e89ba411b" providerId="ADAL" clId="{B85AEF05-B4A5-425B-BFBB-537936FBEC25}" dt="2021-03-13T20:23:40.036" v="3"/>
        <pc:sldMkLst>
          <pc:docMk/>
          <pc:sldMk cId="1978140385" sldId="524"/>
        </pc:sldMkLst>
      </pc:sldChg>
      <pc:sldChg chg="add">
        <pc:chgData name="Singletary, David S." userId="45c19336-5b87-4564-b40a-d17e89ba411b" providerId="ADAL" clId="{B85AEF05-B4A5-425B-BFBB-537936FBEC25}" dt="2021-03-13T20:23:40.036" v="3"/>
        <pc:sldMkLst>
          <pc:docMk/>
          <pc:sldMk cId="1698386731" sldId="525"/>
        </pc:sldMkLst>
      </pc:sldChg>
      <pc:sldChg chg="modSp mod">
        <pc:chgData name="Singletary, David S." userId="45c19336-5b87-4564-b40a-d17e89ba411b" providerId="ADAL" clId="{B85AEF05-B4A5-425B-BFBB-537936FBEC25}" dt="2021-03-13T20:53:37.336" v="10" actId="20577"/>
        <pc:sldMkLst>
          <pc:docMk/>
          <pc:sldMk cId="689736776" sldId="535"/>
        </pc:sldMkLst>
        <pc:spChg chg="mod">
          <ac:chgData name="Singletary, David S." userId="45c19336-5b87-4564-b40a-d17e89ba411b" providerId="ADAL" clId="{B85AEF05-B4A5-425B-BFBB-537936FBEC25}" dt="2021-03-13T20:53:37.336" v="10" actId="20577"/>
          <ac:spMkLst>
            <pc:docMk/>
            <pc:sldMk cId="689736776" sldId="535"/>
            <ac:spMk id="4" creationId="{8C556B73-A802-4584-86C5-53A788E114F0}"/>
          </ac:spMkLst>
        </pc:spChg>
      </pc:sldChg>
    </pc:docChg>
  </pc:docChgLst>
  <pc:docChgLst>
    <pc:chgData name="Brauda, Pamela T." userId="84fd4989-2b49-471a-9a61-f177abea8ce3" providerId="ADAL" clId="{E3438A91-7C46-4FB7-855E-5D48F86DB751}"/>
    <pc:docChg chg="modSld">
      <pc:chgData name="Brauda, Pamela T." userId="84fd4989-2b49-471a-9a61-f177abea8ce3" providerId="ADAL" clId="{E3438A91-7C46-4FB7-855E-5D48F86DB751}" dt="2020-08-31T21:17:48.158" v="2"/>
      <pc:docMkLst>
        <pc:docMk/>
      </pc:docMkLst>
      <pc:sldChg chg="addSp">
        <pc:chgData name="Brauda, Pamela T." userId="84fd4989-2b49-471a-9a61-f177abea8ce3" providerId="ADAL" clId="{E3438A91-7C46-4FB7-855E-5D48F86DB751}" dt="2020-08-31T21:17:48.158" v="2"/>
        <pc:sldMkLst>
          <pc:docMk/>
          <pc:sldMk cId="2327714391" sldId="289"/>
        </pc:sldMkLst>
        <pc:inkChg chg="add">
          <ac:chgData name="Brauda, Pamela T." userId="84fd4989-2b49-471a-9a61-f177abea8ce3" providerId="ADAL" clId="{E3438A91-7C46-4FB7-855E-5D48F86DB751}" dt="2020-08-31T20:21:49.096" v="0" actId="9405"/>
          <ac:inkMkLst>
            <pc:docMk/>
            <pc:sldMk cId="2327714391" sldId="289"/>
            <ac:inkMk id="7" creationId="{EA873419-4E58-4E28-A1F3-BBEF6E48C8E7}"/>
          </ac:inkMkLst>
        </pc:inkChg>
        <pc:inkChg chg="add">
          <ac:chgData name="Brauda, Pamela T." userId="84fd4989-2b49-471a-9a61-f177abea8ce3" providerId="ADAL" clId="{E3438A91-7C46-4FB7-855E-5D48F86DB751}" dt="2020-08-31T20:21:50.511" v="1" actId="9405"/>
          <ac:inkMkLst>
            <pc:docMk/>
            <pc:sldMk cId="2327714391" sldId="289"/>
            <ac:inkMk id="8" creationId="{370B9349-C6DD-41EB-8203-98BC504BCC9B}"/>
          </ac:inkMkLst>
        </pc:inkChg>
        <pc:inkChg chg="add">
          <ac:chgData name="Brauda, Pamela T." userId="84fd4989-2b49-471a-9a61-f177abea8ce3" providerId="ADAL" clId="{E3438A91-7C46-4FB7-855E-5D48F86DB751}" dt="2020-08-31T21:17:48.158" v="2"/>
          <ac:inkMkLst>
            <pc:docMk/>
            <pc:sldMk cId="2327714391" sldId="289"/>
            <ac:inkMk id="9" creationId="{F7A0A6F2-8DDC-4994-A628-2B0D9DE3EDB7}"/>
          </ac:inkMkLst>
        </pc:inkChg>
      </pc:sldChg>
      <pc:sldChg chg="addSp">
        <pc:chgData name="Brauda, Pamela T." userId="84fd4989-2b49-471a-9a61-f177abea8ce3" providerId="ADAL" clId="{E3438A91-7C46-4FB7-855E-5D48F86DB751}" dt="2020-08-31T21:17:48.158" v="2"/>
        <pc:sldMkLst>
          <pc:docMk/>
          <pc:sldMk cId="1228165873" sldId="291"/>
        </pc:sldMkLst>
        <pc:inkChg chg="add">
          <ac:chgData name="Brauda, Pamela T." userId="84fd4989-2b49-471a-9a61-f177abea8ce3" providerId="ADAL" clId="{E3438A91-7C46-4FB7-855E-5D48F86DB751}" dt="2020-08-31T21:17:48.158" v="2"/>
          <ac:inkMkLst>
            <pc:docMk/>
            <pc:sldMk cId="1228165873" sldId="291"/>
            <ac:inkMk id="7" creationId="{65ED49D1-191B-4D30-B0AE-3D6C2119B889}"/>
          </ac:inkMkLst>
        </pc:inkChg>
      </pc:sldChg>
      <pc:sldChg chg="addSp">
        <pc:chgData name="Brauda, Pamela T." userId="84fd4989-2b49-471a-9a61-f177abea8ce3" providerId="ADAL" clId="{E3438A91-7C46-4FB7-855E-5D48F86DB751}" dt="2020-08-31T21:17:48.158" v="2"/>
        <pc:sldMkLst>
          <pc:docMk/>
          <pc:sldMk cId="4158563938" sldId="292"/>
        </pc:sldMkLst>
        <pc:inkChg chg="add">
          <ac:chgData name="Brauda, Pamela T." userId="84fd4989-2b49-471a-9a61-f177abea8ce3" providerId="ADAL" clId="{E3438A91-7C46-4FB7-855E-5D48F86DB751}" dt="2020-08-31T21:17:48.158" v="2"/>
          <ac:inkMkLst>
            <pc:docMk/>
            <pc:sldMk cId="4158563938" sldId="292"/>
            <ac:inkMk id="7" creationId="{0F3DAB96-F33D-4790-8F17-BE9677D15400}"/>
          </ac:inkMkLst>
        </pc:inkChg>
      </pc:sldChg>
      <pc:sldChg chg="addSp">
        <pc:chgData name="Brauda, Pamela T." userId="84fd4989-2b49-471a-9a61-f177abea8ce3" providerId="ADAL" clId="{E3438A91-7C46-4FB7-855E-5D48F86DB751}" dt="2020-08-31T21:17:48.158" v="2"/>
        <pc:sldMkLst>
          <pc:docMk/>
          <pc:sldMk cId="3429212448" sldId="315"/>
        </pc:sldMkLst>
        <pc:inkChg chg="add">
          <ac:chgData name="Brauda, Pamela T." userId="84fd4989-2b49-471a-9a61-f177abea8ce3" providerId="ADAL" clId="{E3438A91-7C46-4FB7-855E-5D48F86DB751}" dt="2020-08-31T21:17:48.158" v="2"/>
          <ac:inkMkLst>
            <pc:docMk/>
            <pc:sldMk cId="3429212448" sldId="315"/>
            <ac:inkMk id="5" creationId="{DBFAB6EC-241B-42D6-A2DA-AEA81A3E1547}"/>
          </ac:inkMkLst>
        </pc:inkChg>
      </pc:sldChg>
      <pc:sldChg chg="addSp">
        <pc:chgData name="Brauda, Pamela T." userId="84fd4989-2b49-471a-9a61-f177abea8ce3" providerId="ADAL" clId="{E3438A91-7C46-4FB7-855E-5D48F86DB751}" dt="2020-08-31T21:17:48.158" v="2"/>
        <pc:sldMkLst>
          <pc:docMk/>
          <pc:sldMk cId="719932127" sldId="316"/>
        </pc:sldMkLst>
        <pc:inkChg chg="add">
          <ac:chgData name="Brauda, Pamela T." userId="84fd4989-2b49-471a-9a61-f177abea8ce3" providerId="ADAL" clId="{E3438A91-7C46-4FB7-855E-5D48F86DB751}" dt="2020-08-31T21:17:48.158" v="2"/>
          <ac:inkMkLst>
            <pc:docMk/>
            <pc:sldMk cId="719932127" sldId="316"/>
            <ac:inkMk id="3" creationId="{83BBE386-2B9D-430F-A305-5170FDC85C9E}"/>
          </ac:inkMkLst>
        </pc:inkChg>
      </pc:sldChg>
      <pc:sldChg chg="addSp">
        <pc:chgData name="Brauda, Pamela T." userId="84fd4989-2b49-471a-9a61-f177abea8ce3" providerId="ADAL" clId="{E3438A91-7C46-4FB7-855E-5D48F86DB751}" dt="2020-08-31T21:17:48.158" v="2"/>
        <pc:sldMkLst>
          <pc:docMk/>
          <pc:sldMk cId="276626281" sldId="317"/>
        </pc:sldMkLst>
        <pc:inkChg chg="add">
          <ac:chgData name="Brauda, Pamela T." userId="84fd4989-2b49-471a-9a61-f177abea8ce3" providerId="ADAL" clId="{E3438A91-7C46-4FB7-855E-5D48F86DB751}" dt="2020-08-31T21:17:48.158" v="2"/>
          <ac:inkMkLst>
            <pc:docMk/>
            <pc:sldMk cId="276626281" sldId="317"/>
            <ac:inkMk id="6" creationId="{D6639C86-DDEE-4A55-B317-5EFC4CE73072}"/>
          </ac:inkMkLst>
        </pc:inkChg>
      </pc:sldChg>
      <pc:sldChg chg="addSp">
        <pc:chgData name="Brauda, Pamela T." userId="84fd4989-2b49-471a-9a61-f177abea8ce3" providerId="ADAL" clId="{E3438A91-7C46-4FB7-855E-5D48F86DB751}" dt="2020-08-31T21:17:48.158" v="2"/>
        <pc:sldMkLst>
          <pc:docMk/>
          <pc:sldMk cId="1140912392" sldId="320"/>
        </pc:sldMkLst>
        <pc:inkChg chg="add">
          <ac:chgData name="Brauda, Pamela T." userId="84fd4989-2b49-471a-9a61-f177abea8ce3" providerId="ADAL" clId="{E3438A91-7C46-4FB7-855E-5D48F86DB751}" dt="2020-08-31T21:17:48.158" v="2"/>
          <ac:inkMkLst>
            <pc:docMk/>
            <pc:sldMk cId="1140912392" sldId="320"/>
            <ac:inkMk id="5" creationId="{A095A587-54F4-464A-9141-D773F5BA85FD}"/>
          </ac:inkMkLst>
        </pc:inkChg>
      </pc:sldChg>
      <pc:sldChg chg="addSp">
        <pc:chgData name="Brauda, Pamela T." userId="84fd4989-2b49-471a-9a61-f177abea8ce3" providerId="ADAL" clId="{E3438A91-7C46-4FB7-855E-5D48F86DB751}" dt="2020-08-31T21:17:48.158" v="2"/>
        <pc:sldMkLst>
          <pc:docMk/>
          <pc:sldMk cId="2295684934" sldId="321"/>
        </pc:sldMkLst>
        <pc:inkChg chg="add">
          <ac:chgData name="Brauda, Pamela T." userId="84fd4989-2b49-471a-9a61-f177abea8ce3" providerId="ADAL" clId="{E3438A91-7C46-4FB7-855E-5D48F86DB751}" dt="2020-08-31T21:17:48.158" v="2"/>
          <ac:inkMkLst>
            <pc:docMk/>
            <pc:sldMk cId="2295684934" sldId="321"/>
            <ac:inkMk id="5" creationId="{C623ED33-1F80-4F7C-9FDA-7840528AEE36}"/>
          </ac:inkMkLst>
        </pc:inkChg>
      </pc:sldChg>
      <pc:sldChg chg="addSp">
        <pc:chgData name="Brauda, Pamela T." userId="84fd4989-2b49-471a-9a61-f177abea8ce3" providerId="ADAL" clId="{E3438A91-7C46-4FB7-855E-5D48F86DB751}" dt="2020-08-31T21:17:48.158" v="2"/>
        <pc:sldMkLst>
          <pc:docMk/>
          <pc:sldMk cId="2275934174" sldId="323"/>
        </pc:sldMkLst>
        <pc:inkChg chg="add">
          <ac:chgData name="Brauda, Pamela T." userId="84fd4989-2b49-471a-9a61-f177abea8ce3" providerId="ADAL" clId="{E3438A91-7C46-4FB7-855E-5D48F86DB751}" dt="2020-08-31T21:17:48.158" v="2"/>
          <ac:inkMkLst>
            <pc:docMk/>
            <pc:sldMk cId="2275934174" sldId="323"/>
            <ac:inkMk id="5" creationId="{04DA60A8-7C6B-433F-A386-C54DD308F3E4}"/>
          </ac:inkMkLst>
        </pc:inkChg>
      </pc:sldChg>
      <pc:sldChg chg="addSp">
        <pc:chgData name="Brauda, Pamela T." userId="84fd4989-2b49-471a-9a61-f177abea8ce3" providerId="ADAL" clId="{E3438A91-7C46-4FB7-855E-5D48F86DB751}" dt="2020-08-31T21:17:48.158" v="2"/>
        <pc:sldMkLst>
          <pc:docMk/>
          <pc:sldMk cId="2178687897" sldId="325"/>
        </pc:sldMkLst>
        <pc:inkChg chg="add">
          <ac:chgData name="Brauda, Pamela T." userId="84fd4989-2b49-471a-9a61-f177abea8ce3" providerId="ADAL" clId="{E3438A91-7C46-4FB7-855E-5D48F86DB751}" dt="2020-08-31T21:17:48.158" v="2"/>
          <ac:inkMkLst>
            <pc:docMk/>
            <pc:sldMk cId="2178687897" sldId="325"/>
            <ac:inkMk id="3" creationId="{73D4BE70-0BBA-4A9D-B888-D19EA9106C7C}"/>
          </ac:inkMkLst>
        </pc:inkChg>
      </pc:sldChg>
      <pc:sldChg chg="addSp">
        <pc:chgData name="Brauda, Pamela T." userId="84fd4989-2b49-471a-9a61-f177abea8ce3" providerId="ADAL" clId="{E3438A91-7C46-4FB7-855E-5D48F86DB751}" dt="2020-08-31T21:17:48.158" v="2"/>
        <pc:sldMkLst>
          <pc:docMk/>
          <pc:sldMk cId="4273111365" sldId="326"/>
        </pc:sldMkLst>
        <pc:inkChg chg="add">
          <ac:chgData name="Brauda, Pamela T." userId="84fd4989-2b49-471a-9a61-f177abea8ce3" providerId="ADAL" clId="{E3438A91-7C46-4FB7-855E-5D48F86DB751}" dt="2020-08-31T21:17:48.158" v="2"/>
          <ac:inkMkLst>
            <pc:docMk/>
            <pc:sldMk cId="4273111365" sldId="326"/>
            <ac:inkMk id="6" creationId="{95F798D0-2D8B-46BE-A0CE-74FDEF9042F2}"/>
          </ac:inkMkLst>
        </pc:inkChg>
      </pc:sldChg>
      <pc:sldChg chg="addSp">
        <pc:chgData name="Brauda, Pamela T." userId="84fd4989-2b49-471a-9a61-f177abea8ce3" providerId="ADAL" clId="{E3438A91-7C46-4FB7-855E-5D48F86DB751}" dt="2020-08-31T21:17:48.158" v="2"/>
        <pc:sldMkLst>
          <pc:docMk/>
          <pc:sldMk cId="827292057" sldId="327"/>
        </pc:sldMkLst>
        <pc:inkChg chg="add">
          <ac:chgData name="Brauda, Pamela T." userId="84fd4989-2b49-471a-9a61-f177abea8ce3" providerId="ADAL" clId="{E3438A91-7C46-4FB7-855E-5D48F86DB751}" dt="2020-08-31T21:17:48.158" v="2"/>
          <ac:inkMkLst>
            <pc:docMk/>
            <pc:sldMk cId="827292057" sldId="327"/>
            <ac:inkMk id="7" creationId="{A2D937E7-38AD-4411-A453-185858FA414F}"/>
          </ac:inkMkLst>
        </pc:inkChg>
      </pc:sldChg>
      <pc:sldChg chg="addSp">
        <pc:chgData name="Brauda, Pamela T." userId="84fd4989-2b49-471a-9a61-f177abea8ce3" providerId="ADAL" clId="{E3438A91-7C46-4FB7-855E-5D48F86DB751}" dt="2020-08-31T21:17:48.158" v="2"/>
        <pc:sldMkLst>
          <pc:docMk/>
          <pc:sldMk cId="933517526" sldId="352"/>
        </pc:sldMkLst>
        <pc:inkChg chg="add">
          <ac:chgData name="Brauda, Pamela T." userId="84fd4989-2b49-471a-9a61-f177abea8ce3" providerId="ADAL" clId="{E3438A91-7C46-4FB7-855E-5D48F86DB751}" dt="2020-08-31T21:17:48.158" v="2"/>
          <ac:inkMkLst>
            <pc:docMk/>
            <pc:sldMk cId="933517526" sldId="352"/>
            <ac:inkMk id="6" creationId="{A6019F66-CF1F-40FB-B251-4339C9A5A09C}"/>
          </ac:inkMkLst>
        </pc:inkChg>
      </pc:sldChg>
    </pc:docChg>
  </pc:docChgLst>
  <pc:docChgLst>
    <pc:chgData name="Singletary, David S." userId="45c19336-5b87-4564-b40a-d17e89ba411b" providerId="ADAL" clId="{F21C9A10-78FB-4500-B224-D75A46111AAB}"/>
    <pc:docChg chg="delSld modSection">
      <pc:chgData name="Singletary, David S." userId="45c19336-5b87-4564-b40a-d17e89ba411b" providerId="ADAL" clId="{F21C9A10-78FB-4500-B224-D75A46111AAB}" dt="2021-03-30T12:42:48.377" v="0" actId="2696"/>
      <pc:docMkLst>
        <pc:docMk/>
      </pc:docMkLst>
      <pc:sldChg chg="del">
        <pc:chgData name="Singletary, David S." userId="45c19336-5b87-4564-b40a-d17e89ba411b" providerId="ADAL" clId="{F21C9A10-78FB-4500-B224-D75A46111AAB}" dt="2021-03-30T12:42:48.377" v="0" actId="2696"/>
        <pc:sldMkLst>
          <pc:docMk/>
          <pc:sldMk cId="1920477338" sldId="257"/>
        </pc:sldMkLst>
      </pc:sldChg>
      <pc:sldChg chg="del">
        <pc:chgData name="Singletary, David S." userId="45c19336-5b87-4564-b40a-d17e89ba411b" providerId="ADAL" clId="{F21C9A10-78FB-4500-B224-D75A46111AAB}" dt="2021-03-30T12:42:48.377" v="0" actId="2696"/>
        <pc:sldMkLst>
          <pc:docMk/>
          <pc:sldMk cId="689736776" sldId="535"/>
        </pc:sldMkLst>
      </pc:sldChg>
      <pc:sldChg chg="del">
        <pc:chgData name="Singletary, David S." userId="45c19336-5b87-4564-b40a-d17e89ba411b" providerId="ADAL" clId="{F21C9A10-78FB-4500-B224-D75A46111AAB}" dt="2021-03-30T12:42:48.377" v="0" actId="2696"/>
        <pc:sldMkLst>
          <pc:docMk/>
          <pc:sldMk cId="3804119131" sldId="536"/>
        </pc:sldMkLst>
      </pc:sldChg>
      <pc:sldChg chg="del">
        <pc:chgData name="Singletary, David S." userId="45c19336-5b87-4564-b40a-d17e89ba411b" providerId="ADAL" clId="{F21C9A10-78FB-4500-B224-D75A46111AAB}" dt="2021-03-30T12:42:48.377" v="0" actId="2696"/>
        <pc:sldMkLst>
          <pc:docMk/>
          <pc:sldMk cId="1548079063" sldId="537"/>
        </pc:sldMkLst>
      </pc:sldChg>
    </pc:docChg>
  </pc:docChgLst>
  <pc:docChgLst>
    <pc:chgData name="Singletary, David S." userId="45c19336-5b87-4564-b40a-d17e89ba411b" providerId="ADAL" clId="{95D4AF6A-4DF2-43B4-B444-995970D21812}"/>
    <pc:docChg chg="undo redo custSel addSld delSld modSld modSection">
      <pc:chgData name="Singletary, David S." userId="45c19336-5b87-4564-b40a-d17e89ba411b" providerId="ADAL" clId="{95D4AF6A-4DF2-43B4-B444-995970D21812}" dt="2020-08-25T16:56:22.620" v="3837" actId="1076"/>
      <pc:docMkLst>
        <pc:docMk/>
      </pc:docMkLst>
      <pc:sldChg chg="modSp">
        <pc:chgData name="Singletary, David S." userId="45c19336-5b87-4564-b40a-d17e89ba411b" providerId="ADAL" clId="{95D4AF6A-4DF2-43B4-B444-995970D21812}" dt="2020-08-15T16:52:23.949" v="77" actId="20577"/>
        <pc:sldMkLst>
          <pc:docMk/>
          <pc:sldMk cId="1884678943" sldId="273"/>
        </pc:sldMkLst>
        <pc:spChg chg="mod">
          <ac:chgData name="Singletary, David S." userId="45c19336-5b87-4564-b40a-d17e89ba411b" providerId="ADAL" clId="{95D4AF6A-4DF2-43B4-B444-995970D21812}" dt="2020-08-15T16:52:23.949" v="77" actId="20577"/>
          <ac:spMkLst>
            <pc:docMk/>
            <pc:sldMk cId="1884678943" sldId="273"/>
            <ac:spMk id="2" creationId="{63F25F66-146F-4A0C-BE7F-84DEDC360AB7}"/>
          </ac:spMkLst>
        </pc:spChg>
        <pc:spChg chg="mod">
          <ac:chgData name="Singletary, David S." userId="45c19336-5b87-4564-b40a-d17e89ba411b" providerId="ADAL" clId="{95D4AF6A-4DF2-43B4-B444-995970D21812}" dt="2020-08-15T16:43:06.906" v="70" actId="20577"/>
          <ac:spMkLst>
            <pc:docMk/>
            <pc:sldMk cId="1884678943" sldId="273"/>
            <ac:spMk id="3" creationId="{FC418072-B93A-4802-975D-91B318468FD3}"/>
          </ac:spMkLst>
        </pc:spChg>
      </pc:sldChg>
      <pc:sldChg chg="modSp">
        <pc:chgData name="Singletary, David S." userId="45c19336-5b87-4564-b40a-d17e89ba411b" providerId="ADAL" clId="{95D4AF6A-4DF2-43B4-B444-995970D21812}" dt="2020-08-16T16:03:54.516" v="148" actId="1036"/>
        <pc:sldMkLst>
          <pc:docMk/>
          <pc:sldMk cId="2059169782" sldId="276"/>
        </pc:sldMkLst>
        <pc:spChg chg="mod">
          <ac:chgData name="Singletary, David S." userId="45c19336-5b87-4564-b40a-d17e89ba411b" providerId="ADAL" clId="{95D4AF6A-4DF2-43B4-B444-995970D21812}" dt="2020-08-16T16:03:36.284" v="80" actId="20577"/>
          <ac:spMkLst>
            <pc:docMk/>
            <pc:sldMk cId="2059169782" sldId="276"/>
            <ac:spMk id="3" creationId="{0D27BECA-F62A-4F3B-B186-6E6FC79187A3}"/>
          </ac:spMkLst>
        </pc:spChg>
        <pc:spChg chg="mod">
          <ac:chgData name="Singletary, David S." userId="45c19336-5b87-4564-b40a-d17e89ba411b" providerId="ADAL" clId="{95D4AF6A-4DF2-43B4-B444-995970D21812}" dt="2020-08-16T16:03:54.516" v="148" actId="1036"/>
          <ac:spMkLst>
            <pc:docMk/>
            <pc:sldMk cId="2059169782" sldId="276"/>
            <ac:spMk id="5" creationId="{EE7A59A1-5995-4077-BFAE-104B02EA86A7}"/>
          </ac:spMkLst>
        </pc:spChg>
        <pc:spChg chg="mod">
          <ac:chgData name="Singletary, David S." userId="45c19336-5b87-4564-b40a-d17e89ba411b" providerId="ADAL" clId="{95D4AF6A-4DF2-43B4-B444-995970D21812}" dt="2020-08-16T16:03:54.516" v="148" actId="1036"/>
          <ac:spMkLst>
            <pc:docMk/>
            <pc:sldMk cId="2059169782" sldId="276"/>
            <ac:spMk id="6" creationId="{C6FD2CB4-3F8E-44F8-A97B-77EA7896ABFE}"/>
          </ac:spMkLst>
        </pc:spChg>
      </pc:sldChg>
      <pc:sldChg chg="addSp modSp">
        <pc:chgData name="Singletary, David S." userId="45c19336-5b87-4564-b40a-d17e89ba411b" providerId="ADAL" clId="{95D4AF6A-4DF2-43B4-B444-995970D21812}" dt="2020-08-22T15:36:30.254" v="1922" actId="1076"/>
        <pc:sldMkLst>
          <pc:docMk/>
          <pc:sldMk cId="2906474090" sldId="277"/>
        </pc:sldMkLst>
        <pc:spChg chg="mod">
          <ac:chgData name="Singletary, David S." userId="45c19336-5b87-4564-b40a-d17e89ba411b" providerId="ADAL" clId="{95D4AF6A-4DF2-43B4-B444-995970D21812}" dt="2020-08-22T15:35:58.584" v="1915" actId="403"/>
          <ac:spMkLst>
            <pc:docMk/>
            <pc:sldMk cId="2906474090" sldId="277"/>
            <ac:spMk id="3" creationId="{E8C97685-BCC8-49A8-A9EE-72A7F3BE4D6D}"/>
          </ac:spMkLst>
        </pc:spChg>
        <pc:spChg chg="mod">
          <ac:chgData name="Singletary, David S." userId="45c19336-5b87-4564-b40a-d17e89ba411b" providerId="ADAL" clId="{95D4AF6A-4DF2-43B4-B444-995970D21812}" dt="2020-08-22T15:36:27.128" v="1921" actId="1076"/>
          <ac:spMkLst>
            <pc:docMk/>
            <pc:sldMk cId="2906474090" sldId="277"/>
            <ac:spMk id="5" creationId="{034A4104-2E9A-458D-92E7-1A84B45FCC3F}"/>
          </ac:spMkLst>
        </pc:spChg>
        <pc:spChg chg="mod">
          <ac:chgData name="Singletary, David S." userId="45c19336-5b87-4564-b40a-d17e89ba411b" providerId="ADAL" clId="{95D4AF6A-4DF2-43B4-B444-995970D21812}" dt="2020-08-22T15:36:30.254" v="1922" actId="1076"/>
          <ac:spMkLst>
            <pc:docMk/>
            <pc:sldMk cId="2906474090" sldId="277"/>
            <ac:spMk id="6" creationId="{0897FE1C-6B15-4DDB-8842-95441F424C1A}"/>
          </ac:spMkLst>
        </pc:spChg>
        <pc:spChg chg="add mod">
          <ac:chgData name="Singletary, David S." userId="45c19336-5b87-4564-b40a-d17e89ba411b" providerId="ADAL" clId="{95D4AF6A-4DF2-43B4-B444-995970D21812}" dt="2020-08-22T15:36:18.252" v="1919" actId="571"/>
          <ac:spMkLst>
            <pc:docMk/>
            <pc:sldMk cId="2906474090" sldId="277"/>
            <ac:spMk id="7" creationId="{C616EC06-C965-4767-B3FA-6E029B6726A2}"/>
          </ac:spMkLst>
        </pc:spChg>
      </pc:sldChg>
      <pc:sldChg chg="modSp">
        <pc:chgData name="Singletary, David S." userId="45c19336-5b87-4564-b40a-d17e89ba411b" providerId="ADAL" clId="{95D4AF6A-4DF2-43B4-B444-995970D21812}" dt="2020-08-22T22:14:06.159" v="2989" actId="20577"/>
        <pc:sldMkLst>
          <pc:docMk/>
          <pc:sldMk cId="215550459" sldId="281"/>
        </pc:sldMkLst>
        <pc:spChg chg="mod">
          <ac:chgData name="Singletary, David S." userId="45c19336-5b87-4564-b40a-d17e89ba411b" providerId="ADAL" clId="{95D4AF6A-4DF2-43B4-B444-995970D21812}" dt="2020-08-22T22:14:06.159" v="2989" actId="20577"/>
          <ac:spMkLst>
            <pc:docMk/>
            <pc:sldMk cId="215550459" sldId="281"/>
            <ac:spMk id="2" creationId="{BCA34A6B-8EB5-4A44-8164-ACBC82FD7D11}"/>
          </ac:spMkLst>
        </pc:spChg>
        <pc:spChg chg="mod">
          <ac:chgData name="Singletary, David S." userId="45c19336-5b87-4564-b40a-d17e89ba411b" providerId="ADAL" clId="{95D4AF6A-4DF2-43B4-B444-995970D21812}" dt="2020-08-22T17:42:34.404" v="2727" actId="20577"/>
          <ac:spMkLst>
            <pc:docMk/>
            <pc:sldMk cId="215550459" sldId="281"/>
            <ac:spMk id="3" creationId="{8B1E9302-B379-44BF-85C9-3675483159C4}"/>
          </ac:spMkLst>
        </pc:spChg>
        <pc:spChg chg="mod">
          <ac:chgData name="Singletary, David S." userId="45c19336-5b87-4564-b40a-d17e89ba411b" providerId="ADAL" clId="{95D4AF6A-4DF2-43B4-B444-995970D21812}" dt="2020-08-22T18:03:18.267" v="2979" actId="1076"/>
          <ac:spMkLst>
            <pc:docMk/>
            <pc:sldMk cId="215550459" sldId="281"/>
            <ac:spMk id="6" creationId="{AEDF5636-C80A-4829-9271-90614961DC8A}"/>
          </ac:spMkLst>
        </pc:spChg>
      </pc:sldChg>
      <pc:sldChg chg="modSp">
        <pc:chgData name="Singletary, David S." userId="45c19336-5b87-4564-b40a-d17e89ba411b" providerId="ADAL" clId="{95D4AF6A-4DF2-43B4-B444-995970D21812}" dt="2020-08-22T22:15:21.438" v="2992" actId="20577"/>
        <pc:sldMkLst>
          <pc:docMk/>
          <pc:sldMk cId="3025945357" sldId="282"/>
        </pc:sldMkLst>
        <pc:spChg chg="mod">
          <ac:chgData name="Singletary, David S." userId="45c19336-5b87-4564-b40a-d17e89ba411b" providerId="ADAL" clId="{95D4AF6A-4DF2-43B4-B444-995970D21812}" dt="2020-08-22T22:15:21.438" v="2992" actId="20577"/>
          <ac:spMkLst>
            <pc:docMk/>
            <pc:sldMk cId="3025945357" sldId="282"/>
            <ac:spMk id="3" creationId="{4D2900B8-7B3E-47F1-82C1-03E222C27D63}"/>
          </ac:spMkLst>
        </pc:spChg>
      </pc:sldChg>
      <pc:sldChg chg="modSp">
        <pc:chgData name="Singletary, David S." userId="45c19336-5b87-4564-b40a-d17e89ba411b" providerId="ADAL" clId="{95D4AF6A-4DF2-43B4-B444-995970D21812}" dt="2020-08-25T13:29:12.556" v="3147" actId="14100"/>
        <pc:sldMkLst>
          <pc:docMk/>
          <pc:sldMk cId="2327714391" sldId="289"/>
        </pc:sldMkLst>
        <pc:spChg chg="mod">
          <ac:chgData name="Singletary, David S." userId="45c19336-5b87-4564-b40a-d17e89ba411b" providerId="ADAL" clId="{95D4AF6A-4DF2-43B4-B444-995970D21812}" dt="2020-08-25T13:28:42.874" v="3094" actId="115"/>
          <ac:spMkLst>
            <pc:docMk/>
            <pc:sldMk cId="2327714391" sldId="289"/>
            <ac:spMk id="3" creationId="{5707FDD7-4D98-4AB5-99A9-F55183DE8BA0}"/>
          </ac:spMkLst>
        </pc:spChg>
        <pc:spChg chg="mod">
          <ac:chgData name="Singletary, David S." userId="45c19336-5b87-4564-b40a-d17e89ba411b" providerId="ADAL" clId="{95D4AF6A-4DF2-43B4-B444-995970D21812}" dt="2020-08-25T13:29:12.556" v="3147" actId="14100"/>
          <ac:spMkLst>
            <pc:docMk/>
            <pc:sldMk cId="2327714391" sldId="289"/>
            <ac:spMk id="5" creationId="{380C6905-A2DF-4B13-9C5E-C5ED846D0398}"/>
          </ac:spMkLst>
        </pc:spChg>
        <pc:spChg chg="mod">
          <ac:chgData name="Singletary, David S." userId="45c19336-5b87-4564-b40a-d17e89ba411b" providerId="ADAL" clId="{95D4AF6A-4DF2-43B4-B444-995970D21812}" dt="2020-08-25T13:28:33.472" v="3092" actId="1076"/>
          <ac:spMkLst>
            <pc:docMk/>
            <pc:sldMk cId="2327714391" sldId="289"/>
            <ac:spMk id="6" creationId="{C1FBB644-749C-4C34-BFA6-329CA99908AF}"/>
          </ac:spMkLst>
        </pc:spChg>
      </pc:sldChg>
      <pc:sldChg chg="modSp">
        <pc:chgData name="Singletary, David S." userId="45c19336-5b87-4564-b40a-d17e89ba411b" providerId="ADAL" clId="{95D4AF6A-4DF2-43B4-B444-995970D21812}" dt="2020-08-14T18:41:04.842" v="31" actId="1076"/>
        <pc:sldMkLst>
          <pc:docMk/>
          <pc:sldMk cId="1603497385" sldId="313"/>
        </pc:sldMkLst>
        <pc:spChg chg="mod">
          <ac:chgData name="Singletary, David S." userId="45c19336-5b87-4564-b40a-d17e89ba411b" providerId="ADAL" clId="{95D4AF6A-4DF2-43B4-B444-995970D21812}" dt="2020-08-14T18:41:01.111" v="30" actId="20577"/>
          <ac:spMkLst>
            <pc:docMk/>
            <pc:sldMk cId="1603497385" sldId="313"/>
            <ac:spMk id="5" creationId="{FA30D8E7-3911-49C5-A77C-90407494474B}"/>
          </ac:spMkLst>
        </pc:spChg>
        <pc:spChg chg="mod">
          <ac:chgData name="Singletary, David S." userId="45c19336-5b87-4564-b40a-d17e89ba411b" providerId="ADAL" clId="{95D4AF6A-4DF2-43B4-B444-995970D21812}" dt="2020-08-14T18:41:04.842" v="31" actId="1076"/>
          <ac:spMkLst>
            <pc:docMk/>
            <pc:sldMk cId="1603497385" sldId="313"/>
            <ac:spMk id="6" creationId="{B89F1E12-4156-48F1-9870-DB7B0A4BAAFE}"/>
          </ac:spMkLst>
        </pc:spChg>
      </pc:sldChg>
      <pc:sldChg chg="modSp">
        <pc:chgData name="Singletary, David S." userId="45c19336-5b87-4564-b40a-d17e89ba411b" providerId="ADAL" clId="{95D4AF6A-4DF2-43B4-B444-995970D21812}" dt="2020-08-25T16:56:22.620" v="3837" actId="1076"/>
        <pc:sldMkLst>
          <pc:docMk/>
          <pc:sldMk cId="276626281" sldId="317"/>
        </pc:sldMkLst>
        <pc:spChg chg="mod">
          <ac:chgData name="Singletary, David S." userId="45c19336-5b87-4564-b40a-d17e89ba411b" providerId="ADAL" clId="{95D4AF6A-4DF2-43B4-B444-995970D21812}" dt="2020-08-25T15:26:41.432" v="3445" actId="20577"/>
          <ac:spMkLst>
            <pc:docMk/>
            <pc:sldMk cId="276626281" sldId="317"/>
            <ac:spMk id="3" creationId="{FAA1BEEE-31DA-4FEF-B9F9-F38816D85C39}"/>
          </ac:spMkLst>
        </pc:spChg>
        <pc:spChg chg="mod">
          <ac:chgData name="Singletary, David S." userId="45c19336-5b87-4564-b40a-d17e89ba411b" providerId="ADAL" clId="{95D4AF6A-4DF2-43B4-B444-995970D21812}" dt="2020-08-25T16:56:22.620" v="3837" actId="1076"/>
          <ac:spMkLst>
            <pc:docMk/>
            <pc:sldMk cId="276626281" sldId="317"/>
            <ac:spMk id="5" creationId="{F6C32725-35F0-4616-82A9-F66D4FD233EB}"/>
          </ac:spMkLst>
        </pc:spChg>
      </pc:sldChg>
      <pc:sldChg chg="addSp modSp">
        <pc:chgData name="Singletary, David S." userId="45c19336-5b87-4564-b40a-d17e89ba411b" providerId="ADAL" clId="{95D4AF6A-4DF2-43B4-B444-995970D21812}" dt="2020-08-25T16:50:02.161" v="3835" actId="14100"/>
        <pc:sldMkLst>
          <pc:docMk/>
          <pc:sldMk cId="2178687897" sldId="325"/>
        </pc:sldMkLst>
        <pc:spChg chg="add">
          <ac:chgData name="Singletary, David S." userId="45c19336-5b87-4564-b40a-d17e89ba411b" providerId="ADAL" clId="{95D4AF6A-4DF2-43B4-B444-995970D21812}" dt="2020-08-25T16:49:26.190" v="3828"/>
          <ac:spMkLst>
            <pc:docMk/>
            <pc:sldMk cId="2178687897" sldId="325"/>
            <ac:spMk id="8" creationId="{BC331B7C-1E96-4BEE-8AFA-A7AB4811A726}"/>
          </ac:spMkLst>
        </pc:spChg>
        <pc:spChg chg="add">
          <ac:chgData name="Singletary, David S." userId="45c19336-5b87-4564-b40a-d17e89ba411b" providerId="ADAL" clId="{95D4AF6A-4DF2-43B4-B444-995970D21812}" dt="2020-08-25T16:49:26.190" v="3828"/>
          <ac:spMkLst>
            <pc:docMk/>
            <pc:sldMk cId="2178687897" sldId="325"/>
            <ac:spMk id="10" creationId="{6E7E0A4F-A63A-4933-B5D9-BF7404850ECF}"/>
          </ac:spMkLst>
        </pc:spChg>
        <pc:spChg chg="add mod">
          <ac:chgData name="Singletary, David S." userId="45c19336-5b87-4564-b40a-d17e89ba411b" providerId="ADAL" clId="{95D4AF6A-4DF2-43B4-B444-995970D21812}" dt="2020-08-25T16:49:57.308" v="3834" actId="1076"/>
          <ac:spMkLst>
            <pc:docMk/>
            <pc:sldMk cId="2178687897" sldId="325"/>
            <ac:spMk id="11" creationId="{DF5CEB19-04E7-4A26-8B95-0EBCD03195D7}"/>
          </ac:spMkLst>
        </pc:spChg>
        <pc:spChg chg="add mod">
          <ac:chgData name="Singletary, David S." userId="45c19336-5b87-4564-b40a-d17e89ba411b" providerId="ADAL" clId="{95D4AF6A-4DF2-43B4-B444-995970D21812}" dt="2020-08-25T16:49:50.042" v="3832" actId="1076"/>
          <ac:spMkLst>
            <pc:docMk/>
            <pc:sldMk cId="2178687897" sldId="325"/>
            <ac:spMk id="13" creationId="{F513C239-ECD6-4F7E-8AA7-1667B8B12D80}"/>
          </ac:spMkLst>
        </pc:spChg>
        <pc:cxnChg chg="add mod">
          <ac:chgData name="Singletary, David S." userId="45c19336-5b87-4564-b40a-d17e89ba411b" providerId="ADAL" clId="{95D4AF6A-4DF2-43B4-B444-995970D21812}" dt="2020-08-25T16:49:35.694" v="3829" actId="14100"/>
          <ac:cxnSpMkLst>
            <pc:docMk/>
            <pc:sldMk cId="2178687897" sldId="325"/>
            <ac:cxnSpMk id="7" creationId="{9AF0A38A-2501-46BA-B3E9-27C8C2F98D6E}"/>
          </ac:cxnSpMkLst>
        </pc:cxnChg>
        <pc:cxnChg chg="add mod">
          <ac:chgData name="Singletary, David S." userId="45c19336-5b87-4564-b40a-d17e89ba411b" providerId="ADAL" clId="{95D4AF6A-4DF2-43B4-B444-995970D21812}" dt="2020-08-25T16:49:38.571" v="3830" actId="14100"/>
          <ac:cxnSpMkLst>
            <pc:docMk/>
            <pc:sldMk cId="2178687897" sldId="325"/>
            <ac:cxnSpMk id="9" creationId="{09C025EC-9D74-4A9D-B022-06F9B78412DB}"/>
          </ac:cxnSpMkLst>
        </pc:cxnChg>
        <pc:cxnChg chg="add mod">
          <ac:chgData name="Singletary, David S." userId="45c19336-5b87-4564-b40a-d17e89ba411b" providerId="ADAL" clId="{95D4AF6A-4DF2-43B4-B444-995970D21812}" dt="2020-08-25T16:50:02.161" v="3835" actId="14100"/>
          <ac:cxnSpMkLst>
            <pc:docMk/>
            <pc:sldMk cId="2178687897" sldId="325"/>
            <ac:cxnSpMk id="12" creationId="{29BFC3F9-D4BC-4227-8032-2377AD17F264}"/>
          </ac:cxnSpMkLst>
        </pc:cxnChg>
        <pc:cxnChg chg="add mod">
          <ac:chgData name="Singletary, David S." userId="45c19336-5b87-4564-b40a-d17e89ba411b" providerId="ADAL" clId="{95D4AF6A-4DF2-43B4-B444-995970D21812}" dt="2020-08-25T16:49:53.249" v="3833" actId="14100"/>
          <ac:cxnSpMkLst>
            <pc:docMk/>
            <pc:sldMk cId="2178687897" sldId="325"/>
            <ac:cxnSpMk id="14" creationId="{640F2000-A876-406A-AC10-61D85D7F214E}"/>
          </ac:cxnSpMkLst>
        </pc:cxnChg>
      </pc:sldChg>
      <pc:sldChg chg="modSp">
        <pc:chgData name="Singletary, David S." userId="45c19336-5b87-4564-b40a-d17e89ba411b" providerId="ADAL" clId="{95D4AF6A-4DF2-43B4-B444-995970D21812}" dt="2020-08-25T14:50:22.657" v="3427" actId="113"/>
        <pc:sldMkLst>
          <pc:docMk/>
          <pc:sldMk cId="4273111365" sldId="326"/>
        </pc:sldMkLst>
        <pc:spChg chg="mod">
          <ac:chgData name="Singletary, David S." userId="45c19336-5b87-4564-b40a-d17e89ba411b" providerId="ADAL" clId="{95D4AF6A-4DF2-43B4-B444-995970D21812}" dt="2020-08-25T14:50:13.074" v="3426" actId="20577"/>
          <ac:spMkLst>
            <pc:docMk/>
            <pc:sldMk cId="4273111365" sldId="326"/>
            <ac:spMk id="3" creationId="{FAA1BEEE-31DA-4FEF-B9F9-F38816D85C39}"/>
          </ac:spMkLst>
        </pc:spChg>
        <pc:spChg chg="mod">
          <ac:chgData name="Singletary, David S." userId="45c19336-5b87-4564-b40a-d17e89ba411b" providerId="ADAL" clId="{95D4AF6A-4DF2-43B4-B444-995970D21812}" dt="2020-08-25T14:50:22.657" v="3427" actId="113"/>
          <ac:spMkLst>
            <pc:docMk/>
            <pc:sldMk cId="4273111365" sldId="326"/>
            <ac:spMk id="5" creationId="{BFA79BF3-4633-46AA-9181-E933DA59D392}"/>
          </ac:spMkLst>
        </pc:spChg>
      </pc:sldChg>
      <pc:sldChg chg="modSp">
        <pc:chgData name="Singletary, David S." userId="45c19336-5b87-4564-b40a-d17e89ba411b" providerId="ADAL" clId="{95D4AF6A-4DF2-43B4-B444-995970D21812}" dt="2020-08-25T13:38:20.170" v="3288" actId="1076"/>
        <pc:sldMkLst>
          <pc:docMk/>
          <pc:sldMk cId="827292057" sldId="327"/>
        </pc:sldMkLst>
        <pc:spChg chg="mod">
          <ac:chgData name="Singletary, David S." userId="45c19336-5b87-4564-b40a-d17e89ba411b" providerId="ADAL" clId="{95D4AF6A-4DF2-43B4-B444-995970D21812}" dt="2020-08-25T13:36:51.141" v="3278" actId="20577"/>
          <ac:spMkLst>
            <pc:docMk/>
            <pc:sldMk cId="827292057" sldId="327"/>
            <ac:spMk id="3" creationId="{11FFDCE1-918D-4AAA-85D9-4AC9BCD571F3}"/>
          </ac:spMkLst>
        </pc:spChg>
        <pc:spChg chg="mod">
          <ac:chgData name="Singletary, David S." userId="45c19336-5b87-4564-b40a-d17e89ba411b" providerId="ADAL" clId="{95D4AF6A-4DF2-43B4-B444-995970D21812}" dt="2020-08-25T13:38:20.170" v="3288" actId="1076"/>
          <ac:spMkLst>
            <pc:docMk/>
            <pc:sldMk cId="827292057" sldId="327"/>
            <ac:spMk id="5" creationId="{B9937516-068C-49FE-A639-478675B4FFC4}"/>
          </ac:spMkLst>
        </pc:spChg>
        <pc:spChg chg="mod">
          <ac:chgData name="Singletary, David S." userId="45c19336-5b87-4564-b40a-d17e89ba411b" providerId="ADAL" clId="{95D4AF6A-4DF2-43B4-B444-995970D21812}" dt="2020-08-25T13:37:03.823" v="3287" actId="20577"/>
          <ac:spMkLst>
            <pc:docMk/>
            <pc:sldMk cId="827292057" sldId="327"/>
            <ac:spMk id="6" creationId="{8F58A0CA-1870-4104-815B-2F0C08B54A96}"/>
          </ac:spMkLst>
        </pc:spChg>
      </pc:sldChg>
      <pc:sldChg chg="del">
        <pc:chgData name="Singletary, David S." userId="45c19336-5b87-4564-b40a-d17e89ba411b" providerId="ADAL" clId="{95D4AF6A-4DF2-43B4-B444-995970D21812}" dt="2020-08-22T22:48:13.774" v="2993" actId="2696"/>
        <pc:sldMkLst>
          <pc:docMk/>
          <pc:sldMk cId="1443055343" sldId="332"/>
        </pc:sldMkLst>
      </pc:sldChg>
      <pc:sldChg chg="modSp">
        <pc:chgData name="Singletary, David S." userId="45c19336-5b87-4564-b40a-d17e89ba411b" providerId="ADAL" clId="{95D4AF6A-4DF2-43B4-B444-995970D21812}" dt="2020-08-14T20:01:27.173" v="55" actId="1076"/>
        <pc:sldMkLst>
          <pc:docMk/>
          <pc:sldMk cId="606623745" sldId="337"/>
        </pc:sldMkLst>
        <pc:spChg chg="mod">
          <ac:chgData name="Singletary, David S." userId="45c19336-5b87-4564-b40a-d17e89ba411b" providerId="ADAL" clId="{95D4AF6A-4DF2-43B4-B444-995970D21812}" dt="2020-08-14T20:01:27.173" v="55" actId="1076"/>
          <ac:spMkLst>
            <pc:docMk/>
            <pc:sldMk cId="606623745" sldId="337"/>
            <ac:spMk id="6" creationId="{937E7950-D191-4AF9-B7E5-4FC96F7C78B3}"/>
          </ac:spMkLst>
        </pc:spChg>
      </pc:sldChg>
      <pc:sldChg chg="modSp">
        <pc:chgData name="Singletary, David S." userId="45c19336-5b87-4564-b40a-d17e89ba411b" providerId="ADAL" clId="{95D4AF6A-4DF2-43B4-B444-995970D21812}" dt="2020-08-14T19:59:10.393" v="53" actId="1076"/>
        <pc:sldMkLst>
          <pc:docMk/>
          <pc:sldMk cId="585219003" sldId="338"/>
        </pc:sldMkLst>
        <pc:spChg chg="mod">
          <ac:chgData name="Singletary, David S." userId="45c19336-5b87-4564-b40a-d17e89ba411b" providerId="ADAL" clId="{95D4AF6A-4DF2-43B4-B444-995970D21812}" dt="2020-08-14T19:58:21.249" v="48" actId="404"/>
          <ac:spMkLst>
            <pc:docMk/>
            <pc:sldMk cId="585219003" sldId="338"/>
            <ac:spMk id="3" creationId="{ADDEF91D-63C5-4F04-9589-902AC095FCF0}"/>
          </ac:spMkLst>
        </pc:spChg>
        <pc:spChg chg="mod">
          <ac:chgData name="Singletary, David S." userId="45c19336-5b87-4564-b40a-d17e89ba411b" providerId="ADAL" clId="{95D4AF6A-4DF2-43B4-B444-995970D21812}" dt="2020-08-14T19:59:10.393" v="53" actId="1076"/>
          <ac:spMkLst>
            <pc:docMk/>
            <pc:sldMk cId="585219003" sldId="338"/>
            <ac:spMk id="6" creationId="{AA3613C0-13D8-49F6-B39D-2FE6DC8B172B}"/>
          </ac:spMkLst>
        </pc:spChg>
      </pc:sldChg>
      <pc:sldChg chg="addSp delSp modSp">
        <pc:chgData name="Singletary, David S." userId="45c19336-5b87-4564-b40a-d17e89ba411b" providerId="ADAL" clId="{95D4AF6A-4DF2-43B4-B444-995970D21812}" dt="2020-08-16T17:06:21.783" v="1274" actId="20577"/>
        <pc:sldMkLst>
          <pc:docMk/>
          <pc:sldMk cId="3562638740" sldId="340"/>
        </pc:sldMkLst>
        <pc:spChg chg="add del mod">
          <ac:chgData name="Singletary, David S." userId="45c19336-5b87-4564-b40a-d17e89ba411b" providerId="ADAL" clId="{95D4AF6A-4DF2-43B4-B444-995970D21812}" dt="2020-08-16T16:43:00.954" v="625" actId="478"/>
          <ac:spMkLst>
            <pc:docMk/>
            <pc:sldMk cId="3562638740" sldId="340"/>
            <ac:spMk id="3" creationId="{D3469CA1-0762-4E04-9490-00A1200D0CF9}"/>
          </ac:spMkLst>
        </pc:spChg>
        <pc:spChg chg="del">
          <ac:chgData name="Singletary, David S." userId="45c19336-5b87-4564-b40a-d17e89ba411b" providerId="ADAL" clId="{95D4AF6A-4DF2-43B4-B444-995970D21812}" dt="2020-08-16T16:52:02.616" v="914" actId="478"/>
          <ac:spMkLst>
            <pc:docMk/>
            <pc:sldMk cId="3562638740" sldId="340"/>
            <ac:spMk id="6" creationId="{C6FD2CB4-3F8E-44F8-A97B-77EA7896ABFE}"/>
          </ac:spMkLst>
        </pc:spChg>
        <pc:spChg chg="mod">
          <ac:chgData name="Singletary, David S." userId="45c19336-5b87-4564-b40a-d17e89ba411b" providerId="ADAL" clId="{95D4AF6A-4DF2-43B4-B444-995970D21812}" dt="2020-08-16T17:06:21.783" v="1274" actId="20577"/>
          <ac:spMkLst>
            <pc:docMk/>
            <pc:sldMk cId="3562638740" sldId="340"/>
            <ac:spMk id="8" creationId="{8F2F1BD3-CE7F-4ED2-95BA-D38DAD577937}"/>
          </ac:spMkLst>
        </pc:spChg>
        <pc:spChg chg="del mod">
          <ac:chgData name="Singletary, David S." userId="45c19336-5b87-4564-b40a-d17e89ba411b" providerId="ADAL" clId="{95D4AF6A-4DF2-43B4-B444-995970D21812}" dt="2020-08-16T16:41:14.461" v="422" actId="478"/>
          <ac:spMkLst>
            <pc:docMk/>
            <pc:sldMk cId="3562638740" sldId="340"/>
            <ac:spMk id="9" creationId="{48417FCB-B1B8-4317-8CAD-A989FA4073A3}"/>
          </ac:spMkLst>
        </pc:spChg>
        <pc:spChg chg="del mod">
          <ac:chgData name="Singletary, David S." userId="45c19336-5b87-4564-b40a-d17e89ba411b" providerId="ADAL" clId="{95D4AF6A-4DF2-43B4-B444-995970D21812}" dt="2020-08-16T16:41:12.379" v="421" actId="478"/>
          <ac:spMkLst>
            <pc:docMk/>
            <pc:sldMk cId="3562638740" sldId="340"/>
            <ac:spMk id="10" creationId="{27865365-925C-4701-9F51-B343364CE91B}"/>
          </ac:spMkLst>
        </pc:spChg>
        <pc:spChg chg="add del mod">
          <ac:chgData name="Singletary, David S." userId="45c19336-5b87-4564-b40a-d17e89ba411b" providerId="ADAL" clId="{95D4AF6A-4DF2-43B4-B444-995970D21812}" dt="2020-08-16T16:43:59.620" v="714" actId="11529"/>
          <ac:spMkLst>
            <pc:docMk/>
            <pc:sldMk cId="3562638740" sldId="340"/>
            <ac:spMk id="11" creationId="{CBC85449-7C13-4494-96CC-1CA29D455A83}"/>
          </ac:spMkLst>
        </pc:spChg>
        <pc:spChg chg="add del mod">
          <ac:chgData name="Singletary, David S." userId="45c19336-5b87-4564-b40a-d17e89ba411b" providerId="ADAL" clId="{95D4AF6A-4DF2-43B4-B444-995970D21812}" dt="2020-08-16T16:58:49.562" v="1111" actId="478"/>
          <ac:spMkLst>
            <pc:docMk/>
            <pc:sldMk cId="3562638740" sldId="340"/>
            <ac:spMk id="12" creationId="{27241CE7-52E9-4F1D-87EF-A661DEEC5200}"/>
          </ac:spMkLst>
        </pc:spChg>
        <pc:spChg chg="add del mod">
          <ac:chgData name="Singletary, David S." userId="45c19336-5b87-4564-b40a-d17e89ba411b" providerId="ADAL" clId="{95D4AF6A-4DF2-43B4-B444-995970D21812}" dt="2020-08-16T17:00:12.409" v="1185" actId="1076"/>
          <ac:spMkLst>
            <pc:docMk/>
            <pc:sldMk cId="3562638740" sldId="340"/>
            <ac:spMk id="13" creationId="{9FAD5A57-7D79-4021-B171-F5A10B1C6CB8}"/>
          </ac:spMkLst>
        </pc:spChg>
        <pc:spChg chg="add del mod">
          <ac:chgData name="Singletary, David S." userId="45c19336-5b87-4564-b40a-d17e89ba411b" providerId="ADAL" clId="{95D4AF6A-4DF2-43B4-B444-995970D21812}" dt="2020-08-16T17:00:12.409" v="1185" actId="1076"/>
          <ac:spMkLst>
            <pc:docMk/>
            <pc:sldMk cId="3562638740" sldId="340"/>
            <ac:spMk id="15" creationId="{BAA05763-7343-4779-ABD1-E3468729D276}"/>
          </ac:spMkLst>
        </pc:spChg>
        <pc:spChg chg="add mod">
          <ac:chgData name="Singletary, David S." userId="45c19336-5b87-4564-b40a-d17e89ba411b" providerId="ADAL" clId="{95D4AF6A-4DF2-43B4-B444-995970D21812}" dt="2020-08-16T17:04:03.204" v="1247" actId="122"/>
          <ac:spMkLst>
            <pc:docMk/>
            <pc:sldMk cId="3562638740" sldId="340"/>
            <ac:spMk id="16" creationId="{8BFE405D-BEB3-42FF-85CB-335AEA41FF2C}"/>
          </ac:spMkLst>
        </pc:spChg>
        <pc:spChg chg="add mod">
          <ac:chgData name="Singletary, David S." userId="45c19336-5b87-4564-b40a-d17e89ba411b" providerId="ADAL" clId="{95D4AF6A-4DF2-43B4-B444-995970D21812}" dt="2020-08-16T17:00:12.409" v="1185" actId="1076"/>
          <ac:spMkLst>
            <pc:docMk/>
            <pc:sldMk cId="3562638740" sldId="340"/>
            <ac:spMk id="18" creationId="{ABC07A9D-4B3D-4C13-B264-EE51A00CD194}"/>
          </ac:spMkLst>
        </pc:spChg>
        <pc:spChg chg="add mod">
          <ac:chgData name="Singletary, David S." userId="45c19336-5b87-4564-b40a-d17e89ba411b" providerId="ADAL" clId="{95D4AF6A-4DF2-43B4-B444-995970D21812}" dt="2020-08-16T17:00:12.409" v="1185" actId="1076"/>
          <ac:spMkLst>
            <pc:docMk/>
            <pc:sldMk cId="3562638740" sldId="340"/>
            <ac:spMk id="19" creationId="{2F9407D2-226B-406F-AE99-7D7CCFC06A7C}"/>
          </ac:spMkLst>
        </pc:spChg>
        <pc:spChg chg="add mod">
          <ac:chgData name="Singletary, David S." userId="45c19336-5b87-4564-b40a-d17e89ba411b" providerId="ADAL" clId="{95D4AF6A-4DF2-43B4-B444-995970D21812}" dt="2020-08-16T17:04:09.473" v="1249" actId="122"/>
          <ac:spMkLst>
            <pc:docMk/>
            <pc:sldMk cId="3562638740" sldId="340"/>
            <ac:spMk id="20" creationId="{995D9550-2CCB-4BF1-AACD-FD1427CFD8BC}"/>
          </ac:spMkLst>
        </pc:spChg>
        <pc:graphicFrameChg chg="add mod modGraphic">
          <ac:chgData name="Singletary, David S." userId="45c19336-5b87-4564-b40a-d17e89ba411b" providerId="ADAL" clId="{95D4AF6A-4DF2-43B4-B444-995970D21812}" dt="2020-08-16T17:00:12.409" v="1185" actId="1076"/>
          <ac:graphicFrameMkLst>
            <pc:docMk/>
            <pc:sldMk cId="3562638740" sldId="340"/>
            <ac:graphicFrameMk id="5" creationId="{AD74060D-29B7-429E-B566-34DA5B6EDBAC}"/>
          </ac:graphicFrameMkLst>
        </pc:graphicFrameChg>
        <pc:graphicFrameChg chg="add mod">
          <ac:chgData name="Singletary, David S." userId="45c19336-5b87-4564-b40a-d17e89ba411b" providerId="ADAL" clId="{95D4AF6A-4DF2-43B4-B444-995970D21812}" dt="2020-08-16T16:52:30.337" v="920" actId="571"/>
          <ac:graphicFrameMkLst>
            <pc:docMk/>
            <pc:sldMk cId="3562638740" sldId="340"/>
            <ac:graphicFrameMk id="14" creationId="{429E3921-CD30-4795-82C1-38D0CFEE7EFC}"/>
          </ac:graphicFrameMkLst>
        </pc:graphicFrameChg>
        <pc:graphicFrameChg chg="add mod">
          <ac:chgData name="Singletary, David S." userId="45c19336-5b87-4564-b40a-d17e89ba411b" providerId="ADAL" clId="{95D4AF6A-4DF2-43B4-B444-995970D21812}" dt="2020-08-16T17:00:12.409" v="1185" actId="1076"/>
          <ac:graphicFrameMkLst>
            <pc:docMk/>
            <pc:sldMk cId="3562638740" sldId="340"/>
            <ac:graphicFrameMk id="17" creationId="{495CA2BC-9DD3-42C5-A691-521EDE266E61}"/>
          </ac:graphicFrameMkLst>
        </pc:graphicFrameChg>
      </pc:sldChg>
      <pc:sldChg chg="addSp modSp">
        <pc:chgData name="Singletary, David S." userId="45c19336-5b87-4564-b40a-d17e89ba411b" providerId="ADAL" clId="{95D4AF6A-4DF2-43B4-B444-995970D21812}" dt="2020-08-22T15:37:35.428" v="1934" actId="1076"/>
        <pc:sldMkLst>
          <pc:docMk/>
          <pc:sldMk cId="3711547906" sldId="341"/>
        </pc:sldMkLst>
        <pc:spChg chg="mod">
          <ac:chgData name="Singletary, David S." userId="45c19336-5b87-4564-b40a-d17e89ba411b" providerId="ADAL" clId="{95D4AF6A-4DF2-43B4-B444-995970D21812}" dt="2020-08-22T15:37:14.508" v="1926" actId="404"/>
          <ac:spMkLst>
            <pc:docMk/>
            <pc:sldMk cId="3711547906" sldId="341"/>
            <ac:spMk id="3" creationId="{E8C97685-BCC8-49A8-A9EE-72A7F3BE4D6D}"/>
          </ac:spMkLst>
        </pc:spChg>
        <pc:spChg chg="mod">
          <ac:chgData name="Singletary, David S." userId="45c19336-5b87-4564-b40a-d17e89ba411b" providerId="ADAL" clId="{95D4AF6A-4DF2-43B4-B444-995970D21812}" dt="2020-08-22T15:37:30.344" v="1931" actId="1076"/>
          <ac:spMkLst>
            <pc:docMk/>
            <pc:sldMk cId="3711547906" sldId="341"/>
            <ac:spMk id="5" creationId="{034A4104-2E9A-458D-92E7-1A84B45FCC3F}"/>
          </ac:spMkLst>
        </pc:spChg>
        <pc:spChg chg="mod">
          <ac:chgData name="Singletary, David S." userId="45c19336-5b87-4564-b40a-d17e89ba411b" providerId="ADAL" clId="{95D4AF6A-4DF2-43B4-B444-995970D21812}" dt="2020-08-22T15:37:35.428" v="1934" actId="1076"/>
          <ac:spMkLst>
            <pc:docMk/>
            <pc:sldMk cId="3711547906" sldId="341"/>
            <ac:spMk id="6" creationId="{0897FE1C-6B15-4DDB-8842-95441F424C1A}"/>
          </ac:spMkLst>
        </pc:spChg>
        <pc:spChg chg="add mod">
          <ac:chgData name="Singletary, David S." userId="45c19336-5b87-4564-b40a-d17e89ba411b" providerId="ADAL" clId="{95D4AF6A-4DF2-43B4-B444-995970D21812}" dt="2020-08-22T15:37:32.866" v="1933" actId="571"/>
          <ac:spMkLst>
            <pc:docMk/>
            <pc:sldMk cId="3711547906" sldId="341"/>
            <ac:spMk id="7" creationId="{EACA2E46-9461-4FD2-A960-A4D013D41947}"/>
          </ac:spMkLst>
        </pc:spChg>
      </pc:sldChg>
      <pc:sldChg chg="modSp">
        <pc:chgData name="Singletary, David S." userId="45c19336-5b87-4564-b40a-d17e89ba411b" providerId="ADAL" clId="{95D4AF6A-4DF2-43B4-B444-995970D21812}" dt="2020-08-22T16:48:42.561" v="1987" actId="20577"/>
        <pc:sldMkLst>
          <pc:docMk/>
          <pc:sldMk cId="3396921274" sldId="342"/>
        </pc:sldMkLst>
        <pc:spChg chg="mod">
          <ac:chgData name="Singletary, David S." userId="45c19336-5b87-4564-b40a-d17e89ba411b" providerId="ADAL" clId="{95D4AF6A-4DF2-43B4-B444-995970D21812}" dt="2020-08-22T16:48:42.561" v="1987" actId="20577"/>
          <ac:spMkLst>
            <pc:docMk/>
            <pc:sldMk cId="3396921274" sldId="342"/>
            <ac:spMk id="3" creationId="{E8C97685-BCC8-49A8-A9EE-72A7F3BE4D6D}"/>
          </ac:spMkLst>
        </pc:spChg>
        <pc:spChg chg="mod">
          <ac:chgData name="Singletary, David S." userId="45c19336-5b87-4564-b40a-d17e89ba411b" providerId="ADAL" clId="{95D4AF6A-4DF2-43B4-B444-995970D21812}" dt="2020-08-22T15:40:08.840" v="1937" actId="14100"/>
          <ac:spMkLst>
            <pc:docMk/>
            <pc:sldMk cId="3396921274" sldId="342"/>
            <ac:spMk id="5" creationId="{034A4104-2E9A-458D-92E7-1A84B45FCC3F}"/>
          </ac:spMkLst>
        </pc:spChg>
        <pc:spChg chg="mod">
          <ac:chgData name="Singletary, David S." userId="45c19336-5b87-4564-b40a-d17e89ba411b" providerId="ADAL" clId="{95D4AF6A-4DF2-43B4-B444-995970D21812}" dt="2020-08-22T15:35:20.529" v="1910" actId="1076"/>
          <ac:spMkLst>
            <pc:docMk/>
            <pc:sldMk cId="3396921274" sldId="342"/>
            <ac:spMk id="6" creationId="{0897FE1C-6B15-4DDB-8842-95441F424C1A}"/>
          </ac:spMkLst>
        </pc:spChg>
        <pc:spChg chg="mod">
          <ac:chgData name="Singletary, David S." userId="45c19336-5b87-4564-b40a-d17e89ba411b" providerId="ADAL" clId="{95D4AF6A-4DF2-43B4-B444-995970D21812}" dt="2020-08-22T15:35:41.331" v="1914" actId="1076"/>
          <ac:spMkLst>
            <pc:docMk/>
            <pc:sldMk cId="3396921274" sldId="342"/>
            <ac:spMk id="7" creationId="{47B6B4A9-01D9-482E-B6EF-43C403ACFD9C}"/>
          </ac:spMkLst>
        </pc:spChg>
        <pc:cxnChg chg="mod">
          <ac:chgData name="Singletary, David S." userId="45c19336-5b87-4564-b40a-d17e89ba411b" providerId="ADAL" clId="{95D4AF6A-4DF2-43B4-B444-995970D21812}" dt="2020-08-22T15:35:41.331" v="1914" actId="1076"/>
          <ac:cxnSpMkLst>
            <pc:docMk/>
            <pc:sldMk cId="3396921274" sldId="342"/>
            <ac:cxnSpMk id="9" creationId="{6B7DE71C-7AA1-48A9-83B5-922740D894BB}"/>
          </ac:cxnSpMkLst>
        </pc:cxnChg>
        <pc:cxnChg chg="mod">
          <ac:chgData name="Singletary, David S." userId="45c19336-5b87-4564-b40a-d17e89ba411b" providerId="ADAL" clId="{95D4AF6A-4DF2-43B4-B444-995970D21812}" dt="2020-08-22T15:35:41.331" v="1914" actId="1076"/>
          <ac:cxnSpMkLst>
            <pc:docMk/>
            <pc:sldMk cId="3396921274" sldId="342"/>
            <ac:cxnSpMk id="10" creationId="{33BF4668-3112-4611-9A7F-6B8B2B7E83CF}"/>
          </ac:cxnSpMkLst>
        </pc:cxnChg>
        <pc:cxnChg chg="mod">
          <ac:chgData name="Singletary, David S." userId="45c19336-5b87-4564-b40a-d17e89ba411b" providerId="ADAL" clId="{95D4AF6A-4DF2-43B4-B444-995970D21812}" dt="2020-08-22T15:35:41.331" v="1914" actId="1076"/>
          <ac:cxnSpMkLst>
            <pc:docMk/>
            <pc:sldMk cId="3396921274" sldId="342"/>
            <ac:cxnSpMk id="11" creationId="{2B71498D-3F49-479C-AC56-98990E5C0DD0}"/>
          </ac:cxnSpMkLst>
        </pc:cxnChg>
      </pc:sldChg>
      <pc:sldChg chg="modSp">
        <pc:chgData name="Singletary, David S." userId="45c19336-5b87-4564-b40a-d17e89ba411b" providerId="ADAL" clId="{95D4AF6A-4DF2-43B4-B444-995970D21812}" dt="2020-08-22T16:36:18.980" v="1977" actId="20577"/>
        <pc:sldMkLst>
          <pc:docMk/>
          <pc:sldMk cId="1221612829" sldId="343"/>
        </pc:sldMkLst>
        <pc:spChg chg="mod">
          <ac:chgData name="Singletary, David S." userId="45c19336-5b87-4564-b40a-d17e89ba411b" providerId="ADAL" clId="{95D4AF6A-4DF2-43B4-B444-995970D21812}" dt="2020-08-22T16:36:18.980" v="1977" actId="20577"/>
          <ac:spMkLst>
            <pc:docMk/>
            <pc:sldMk cId="1221612829" sldId="343"/>
            <ac:spMk id="14" creationId="{6BC99FBE-724A-427B-8A28-1A65412E5EAA}"/>
          </ac:spMkLst>
        </pc:spChg>
      </pc:sldChg>
      <pc:sldChg chg="modSp">
        <pc:chgData name="Singletary, David S." userId="45c19336-5b87-4564-b40a-d17e89ba411b" providerId="ADAL" clId="{95D4AF6A-4DF2-43B4-B444-995970D21812}" dt="2020-08-22T17:23:57.870" v="2662" actId="1076"/>
        <pc:sldMkLst>
          <pc:docMk/>
          <pc:sldMk cId="561932643" sldId="344"/>
        </pc:sldMkLst>
        <pc:spChg chg="mod">
          <ac:chgData name="Singletary, David S." userId="45c19336-5b87-4564-b40a-d17e89ba411b" providerId="ADAL" clId="{95D4AF6A-4DF2-43B4-B444-995970D21812}" dt="2020-08-22T17:23:30.841" v="2657" actId="1076"/>
          <ac:spMkLst>
            <pc:docMk/>
            <pc:sldMk cId="561932643" sldId="344"/>
            <ac:spMk id="2" creationId="{766A5674-E770-405D-B49D-E1BC0E4B9432}"/>
          </ac:spMkLst>
        </pc:spChg>
        <pc:spChg chg="mod">
          <ac:chgData name="Singletary, David S." userId="45c19336-5b87-4564-b40a-d17e89ba411b" providerId="ADAL" clId="{95D4AF6A-4DF2-43B4-B444-995970D21812}" dt="2020-08-22T17:23:40.996" v="2660" actId="115"/>
          <ac:spMkLst>
            <pc:docMk/>
            <pc:sldMk cId="561932643" sldId="344"/>
            <ac:spMk id="3" creationId="{D814298B-D8CF-4E01-9FA2-2A2D33DDE538}"/>
          </ac:spMkLst>
        </pc:spChg>
        <pc:spChg chg="mod">
          <ac:chgData name="Singletary, David S." userId="45c19336-5b87-4564-b40a-d17e89ba411b" providerId="ADAL" clId="{95D4AF6A-4DF2-43B4-B444-995970D21812}" dt="2020-08-22T17:23:50.355" v="2661" actId="1076"/>
          <ac:spMkLst>
            <pc:docMk/>
            <pc:sldMk cId="561932643" sldId="344"/>
            <ac:spMk id="5" creationId="{0B6F7033-A984-4FB4-B892-F0A927570E83}"/>
          </ac:spMkLst>
        </pc:spChg>
        <pc:spChg chg="mod">
          <ac:chgData name="Singletary, David S." userId="45c19336-5b87-4564-b40a-d17e89ba411b" providerId="ADAL" clId="{95D4AF6A-4DF2-43B4-B444-995970D21812}" dt="2020-08-22T17:23:57.870" v="2662" actId="1076"/>
          <ac:spMkLst>
            <pc:docMk/>
            <pc:sldMk cId="561932643" sldId="344"/>
            <ac:spMk id="6" creationId="{8A30BE01-71EC-4BDB-A4C7-21EC38800DD7}"/>
          </ac:spMkLst>
        </pc:spChg>
      </pc:sldChg>
      <pc:sldChg chg="addSp modSp">
        <pc:chgData name="Singletary, David S." userId="45c19336-5b87-4564-b40a-d17e89ba411b" providerId="ADAL" clId="{95D4AF6A-4DF2-43B4-B444-995970D21812}" dt="2020-08-22T18:02:16.055" v="2978" actId="1076"/>
        <pc:sldMkLst>
          <pc:docMk/>
          <pc:sldMk cId="2283884443" sldId="345"/>
        </pc:sldMkLst>
        <pc:spChg chg="mod">
          <ac:chgData name="Singletary, David S." userId="45c19336-5b87-4564-b40a-d17e89ba411b" providerId="ADAL" clId="{95D4AF6A-4DF2-43B4-B444-995970D21812}" dt="2020-08-22T18:02:04.773" v="2975" actId="1076"/>
          <ac:spMkLst>
            <pc:docMk/>
            <pc:sldMk cId="2283884443" sldId="345"/>
            <ac:spMk id="2" creationId="{6A207331-1FC3-4845-B432-B0E975BA40D8}"/>
          </ac:spMkLst>
        </pc:spChg>
        <pc:spChg chg="mod">
          <ac:chgData name="Singletary, David S." userId="45c19336-5b87-4564-b40a-d17e89ba411b" providerId="ADAL" clId="{95D4AF6A-4DF2-43B4-B444-995970D21812}" dt="2020-08-22T18:02:10.990" v="2977" actId="20577"/>
          <ac:spMkLst>
            <pc:docMk/>
            <pc:sldMk cId="2283884443" sldId="345"/>
            <ac:spMk id="3" creationId="{D0CA4946-CDF6-41C4-86AC-BFBC89250DEB}"/>
          </ac:spMkLst>
        </pc:spChg>
        <pc:spChg chg="mod">
          <ac:chgData name="Singletary, David S." userId="45c19336-5b87-4564-b40a-d17e89ba411b" providerId="ADAL" clId="{95D4AF6A-4DF2-43B4-B444-995970D21812}" dt="2020-08-22T18:01:43.620" v="2971" actId="1076"/>
          <ac:spMkLst>
            <pc:docMk/>
            <pc:sldMk cId="2283884443" sldId="345"/>
            <ac:spMk id="5" creationId="{698758F0-EA92-40D6-8029-8AA80A12316A}"/>
          </ac:spMkLst>
        </pc:spChg>
        <pc:spChg chg="mod">
          <ac:chgData name="Singletary, David S." userId="45c19336-5b87-4564-b40a-d17e89ba411b" providerId="ADAL" clId="{95D4AF6A-4DF2-43B4-B444-995970D21812}" dt="2020-08-22T18:01:49.523" v="2972" actId="1076"/>
          <ac:spMkLst>
            <pc:docMk/>
            <pc:sldMk cId="2283884443" sldId="345"/>
            <ac:spMk id="6" creationId="{413BFE78-3AA5-41BB-A838-5198D711AF71}"/>
          </ac:spMkLst>
        </pc:spChg>
        <pc:graphicFrameChg chg="add mod modGraphic">
          <ac:chgData name="Singletary, David S." userId="45c19336-5b87-4564-b40a-d17e89ba411b" providerId="ADAL" clId="{95D4AF6A-4DF2-43B4-B444-995970D21812}" dt="2020-08-22T18:02:16.055" v="2978" actId="1076"/>
          <ac:graphicFrameMkLst>
            <pc:docMk/>
            <pc:sldMk cId="2283884443" sldId="345"/>
            <ac:graphicFrameMk id="7" creationId="{56C06734-056C-4331-8ADA-236293583B5A}"/>
          </ac:graphicFrameMkLst>
        </pc:graphicFrameChg>
      </pc:sldChg>
      <pc:sldChg chg="modSp add">
        <pc:chgData name="Singletary, David S." userId="45c19336-5b87-4564-b40a-d17e89ba411b" providerId="ADAL" clId="{95D4AF6A-4DF2-43B4-B444-995970D21812}" dt="2020-08-16T17:22:18.628" v="1420" actId="20577"/>
        <pc:sldMkLst>
          <pc:docMk/>
          <pc:sldMk cId="516597141" sldId="348"/>
        </pc:sldMkLst>
        <pc:spChg chg="mod">
          <ac:chgData name="Singletary, David S." userId="45c19336-5b87-4564-b40a-d17e89ba411b" providerId="ADAL" clId="{95D4AF6A-4DF2-43B4-B444-995970D21812}" dt="2020-08-16T17:08:14.156" v="1375" actId="20577"/>
          <ac:spMkLst>
            <pc:docMk/>
            <pc:sldMk cId="516597141" sldId="348"/>
            <ac:spMk id="8" creationId="{8F2F1BD3-CE7F-4ED2-95BA-D38DAD577937}"/>
          </ac:spMkLst>
        </pc:spChg>
        <pc:spChg chg="mod">
          <ac:chgData name="Singletary, David S." userId="45c19336-5b87-4564-b40a-d17e89ba411b" providerId="ADAL" clId="{95D4AF6A-4DF2-43B4-B444-995970D21812}" dt="2020-08-16T17:07:53.401" v="1357" actId="1076"/>
          <ac:spMkLst>
            <pc:docMk/>
            <pc:sldMk cId="516597141" sldId="348"/>
            <ac:spMk id="9" creationId="{48417FCB-B1B8-4317-8CAD-A989FA4073A3}"/>
          </ac:spMkLst>
        </pc:spChg>
        <pc:spChg chg="mod">
          <ac:chgData name="Singletary, David S." userId="45c19336-5b87-4564-b40a-d17e89ba411b" providerId="ADAL" clId="{95D4AF6A-4DF2-43B4-B444-995970D21812}" dt="2020-08-16T17:22:18.628" v="1420" actId="20577"/>
          <ac:spMkLst>
            <pc:docMk/>
            <pc:sldMk cId="516597141" sldId="348"/>
            <ac:spMk id="10" creationId="{27865365-925C-4701-9F51-B343364CE91B}"/>
          </ac:spMkLst>
        </pc:spChg>
      </pc:sldChg>
      <pc:sldChg chg="addSp delSp modSp add">
        <pc:chgData name="Singletary, David S." userId="45c19336-5b87-4564-b40a-d17e89ba411b" providerId="ADAL" clId="{95D4AF6A-4DF2-43B4-B444-995970D21812}" dt="2020-08-16T17:27:41.709" v="1475" actId="20577"/>
        <pc:sldMkLst>
          <pc:docMk/>
          <pc:sldMk cId="1261467647" sldId="349"/>
        </pc:sldMkLst>
        <pc:spChg chg="del">
          <ac:chgData name="Singletary, David S." userId="45c19336-5b87-4564-b40a-d17e89ba411b" providerId="ADAL" clId="{95D4AF6A-4DF2-43B4-B444-995970D21812}" dt="2020-08-16T17:01:08.141" v="1194" actId="478"/>
          <ac:spMkLst>
            <pc:docMk/>
            <pc:sldMk cId="1261467647" sldId="349"/>
            <ac:spMk id="3" creationId="{D3469CA1-0762-4E04-9490-00A1200D0CF9}"/>
          </ac:spMkLst>
        </pc:spChg>
        <pc:spChg chg="add del mod">
          <ac:chgData name="Singletary, David S." userId="45c19336-5b87-4564-b40a-d17e89ba411b" providerId="ADAL" clId="{95D4AF6A-4DF2-43B4-B444-995970D21812}" dt="2020-08-16T17:27:41.709" v="1475" actId="20577"/>
          <ac:spMkLst>
            <pc:docMk/>
            <pc:sldMk cId="1261467647" sldId="349"/>
            <ac:spMk id="5" creationId="{85C75458-A42D-453C-908F-8422325193D1}"/>
          </ac:spMkLst>
        </pc:spChg>
        <pc:spChg chg="mod">
          <ac:chgData name="Singletary, David S." userId="45c19336-5b87-4564-b40a-d17e89ba411b" providerId="ADAL" clId="{95D4AF6A-4DF2-43B4-B444-995970D21812}" dt="2020-08-16T17:26:55.840" v="1422"/>
          <ac:spMkLst>
            <pc:docMk/>
            <pc:sldMk cId="1261467647" sldId="349"/>
            <ac:spMk id="8" creationId="{8F2F1BD3-CE7F-4ED2-95BA-D38DAD577937}"/>
          </ac:spMkLst>
        </pc:spChg>
        <pc:spChg chg="add mod">
          <ac:chgData name="Singletary, David S." userId="45c19336-5b87-4564-b40a-d17e89ba411b" providerId="ADAL" clId="{95D4AF6A-4DF2-43B4-B444-995970D21812}" dt="2020-08-16T17:01:23.835" v="1197" actId="1076"/>
          <ac:spMkLst>
            <pc:docMk/>
            <pc:sldMk cId="1261467647" sldId="349"/>
            <ac:spMk id="9" creationId="{CBB868C7-45E1-45D5-AA97-F4D85F08B796}"/>
          </ac:spMkLst>
        </pc:spChg>
        <pc:spChg chg="add mod">
          <ac:chgData name="Singletary, David S." userId="45c19336-5b87-4564-b40a-d17e89ba411b" providerId="ADAL" clId="{95D4AF6A-4DF2-43B4-B444-995970D21812}" dt="2020-08-16T17:01:23.835" v="1197" actId="1076"/>
          <ac:spMkLst>
            <pc:docMk/>
            <pc:sldMk cId="1261467647" sldId="349"/>
            <ac:spMk id="10" creationId="{AB68EA81-50E0-4577-A04B-0B87AE79A681}"/>
          </ac:spMkLst>
        </pc:spChg>
        <pc:spChg chg="add mod">
          <ac:chgData name="Singletary, David S." userId="45c19336-5b87-4564-b40a-d17e89ba411b" providerId="ADAL" clId="{95D4AF6A-4DF2-43B4-B444-995970D21812}" dt="2020-08-16T17:01:23.835" v="1197" actId="1076"/>
          <ac:spMkLst>
            <pc:docMk/>
            <pc:sldMk cId="1261467647" sldId="349"/>
            <ac:spMk id="11" creationId="{249DBC05-D05B-4F9D-868A-C0D7CCECDBB5}"/>
          </ac:spMkLst>
        </pc:spChg>
        <pc:spChg chg="add mod">
          <ac:chgData name="Singletary, David S." userId="45c19336-5b87-4564-b40a-d17e89ba411b" providerId="ADAL" clId="{95D4AF6A-4DF2-43B4-B444-995970D21812}" dt="2020-08-16T17:01:23.835" v="1197" actId="1076"/>
          <ac:spMkLst>
            <pc:docMk/>
            <pc:sldMk cId="1261467647" sldId="349"/>
            <ac:spMk id="13" creationId="{59A8BB8F-7E07-4B59-946B-C0EA14100742}"/>
          </ac:spMkLst>
        </pc:spChg>
        <pc:spChg chg="add mod">
          <ac:chgData name="Singletary, David S." userId="45c19336-5b87-4564-b40a-d17e89ba411b" providerId="ADAL" clId="{95D4AF6A-4DF2-43B4-B444-995970D21812}" dt="2020-08-16T17:01:23.835" v="1197" actId="1076"/>
          <ac:spMkLst>
            <pc:docMk/>
            <pc:sldMk cId="1261467647" sldId="349"/>
            <ac:spMk id="14" creationId="{6B707AA4-BA11-4AB4-845A-9FE285A6516F}"/>
          </ac:spMkLst>
        </pc:spChg>
        <pc:spChg chg="add mod">
          <ac:chgData name="Singletary, David S." userId="45c19336-5b87-4564-b40a-d17e89ba411b" providerId="ADAL" clId="{95D4AF6A-4DF2-43B4-B444-995970D21812}" dt="2020-08-16T17:01:23.835" v="1197" actId="1076"/>
          <ac:spMkLst>
            <pc:docMk/>
            <pc:sldMk cId="1261467647" sldId="349"/>
            <ac:spMk id="15" creationId="{C49B3211-E9FC-4364-86F2-DC8878E13D27}"/>
          </ac:spMkLst>
        </pc:spChg>
        <pc:graphicFrameChg chg="add mod">
          <ac:chgData name="Singletary, David S." userId="45c19336-5b87-4564-b40a-d17e89ba411b" providerId="ADAL" clId="{95D4AF6A-4DF2-43B4-B444-995970D21812}" dt="2020-08-16T17:01:23.835" v="1197" actId="1076"/>
          <ac:graphicFrameMkLst>
            <pc:docMk/>
            <pc:sldMk cId="1261467647" sldId="349"/>
            <ac:graphicFrameMk id="7" creationId="{A2231434-3056-4E80-83DE-78F72B0BA023}"/>
          </ac:graphicFrameMkLst>
        </pc:graphicFrameChg>
        <pc:graphicFrameChg chg="add mod">
          <ac:chgData name="Singletary, David S." userId="45c19336-5b87-4564-b40a-d17e89ba411b" providerId="ADAL" clId="{95D4AF6A-4DF2-43B4-B444-995970D21812}" dt="2020-08-16T17:01:23.835" v="1197" actId="1076"/>
          <ac:graphicFrameMkLst>
            <pc:docMk/>
            <pc:sldMk cId="1261467647" sldId="349"/>
            <ac:graphicFrameMk id="12" creationId="{2E3F897F-347E-4B64-96E3-3AC8FED70D6D}"/>
          </ac:graphicFrameMkLst>
        </pc:graphicFrameChg>
      </pc:sldChg>
      <pc:sldChg chg="add">
        <pc:chgData name="Singletary, David S." userId="45c19336-5b87-4564-b40a-d17e89ba411b" providerId="ADAL" clId="{95D4AF6A-4DF2-43B4-B444-995970D21812}" dt="2020-08-16T17:21:57.171" v="1378"/>
        <pc:sldMkLst>
          <pc:docMk/>
          <pc:sldMk cId="2416181523" sldId="350"/>
        </pc:sldMkLst>
      </pc:sldChg>
      <pc:sldChg chg="addSp delSp modSp add">
        <pc:chgData name="Singletary, David S." userId="45c19336-5b87-4564-b40a-d17e89ba411b" providerId="ADAL" clId="{95D4AF6A-4DF2-43B4-B444-995970D21812}" dt="2020-08-22T17:20:26.291" v="2655" actId="20577"/>
        <pc:sldMkLst>
          <pc:docMk/>
          <pc:sldMk cId="2718346296" sldId="351"/>
        </pc:sldMkLst>
        <pc:spChg chg="mod">
          <ac:chgData name="Singletary, David S." userId="45c19336-5b87-4564-b40a-d17e89ba411b" providerId="ADAL" clId="{95D4AF6A-4DF2-43B4-B444-995970D21812}" dt="2020-08-22T17:19:57.769" v="2620" actId="20577"/>
          <ac:spMkLst>
            <pc:docMk/>
            <pc:sldMk cId="2718346296" sldId="351"/>
            <ac:spMk id="3" creationId="{E8C97685-BCC8-49A8-A9EE-72A7F3BE4D6D}"/>
          </ac:spMkLst>
        </pc:spChg>
        <pc:spChg chg="add mod">
          <ac:chgData name="Singletary, David S." userId="45c19336-5b87-4564-b40a-d17e89ba411b" providerId="ADAL" clId="{95D4AF6A-4DF2-43B4-B444-995970D21812}" dt="2020-08-22T17:15:23.824" v="2485" actId="1036"/>
          <ac:spMkLst>
            <pc:docMk/>
            <pc:sldMk cId="2718346296" sldId="351"/>
            <ac:spMk id="5" creationId="{D5296899-B546-4913-92FD-8CBBB9A34D47}"/>
          </ac:spMkLst>
        </pc:spChg>
        <pc:spChg chg="mod">
          <ac:chgData name="Singletary, David S." userId="45c19336-5b87-4564-b40a-d17e89ba411b" providerId="ADAL" clId="{95D4AF6A-4DF2-43B4-B444-995970D21812}" dt="2020-08-22T17:20:26.291" v="2655" actId="20577"/>
          <ac:spMkLst>
            <pc:docMk/>
            <pc:sldMk cId="2718346296" sldId="351"/>
            <ac:spMk id="8" creationId="{1FB332BE-A189-4838-842C-A97236678D02}"/>
          </ac:spMkLst>
        </pc:spChg>
        <pc:spChg chg="del mod">
          <ac:chgData name="Singletary, David S." userId="45c19336-5b87-4564-b40a-d17e89ba411b" providerId="ADAL" clId="{95D4AF6A-4DF2-43B4-B444-995970D21812}" dt="2020-08-22T16:58:59.589" v="2377" actId="478"/>
          <ac:spMkLst>
            <pc:docMk/>
            <pc:sldMk cId="2718346296" sldId="351"/>
            <ac:spMk id="12" creationId="{E726A1F5-FA39-48D3-8E61-6CE478560D79}"/>
          </ac:spMkLst>
        </pc:spChg>
        <pc:spChg chg="del">
          <ac:chgData name="Singletary, David S." userId="45c19336-5b87-4564-b40a-d17e89ba411b" providerId="ADAL" clId="{95D4AF6A-4DF2-43B4-B444-995970D21812}" dt="2020-08-22T16:54:47.088" v="2026" actId="478"/>
          <ac:spMkLst>
            <pc:docMk/>
            <pc:sldMk cId="2718346296" sldId="351"/>
            <ac:spMk id="14" creationId="{6BC99FBE-724A-427B-8A28-1A65412E5EAA}"/>
          </ac:spMkLst>
        </pc:spChg>
      </pc:sldChg>
      <pc:sldChg chg="modSp add">
        <pc:chgData name="Singletary, David S." userId="45c19336-5b87-4564-b40a-d17e89ba411b" providerId="ADAL" clId="{95D4AF6A-4DF2-43B4-B444-995970D21812}" dt="2020-08-25T14:54:08.053" v="3441" actId="113"/>
        <pc:sldMkLst>
          <pc:docMk/>
          <pc:sldMk cId="933517526" sldId="352"/>
        </pc:sldMkLst>
        <pc:spChg chg="mod">
          <ac:chgData name="Singletary, David S." userId="45c19336-5b87-4564-b40a-d17e89ba411b" providerId="ADAL" clId="{95D4AF6A-4DF2-43B4-B444-995970D21812}" dt="2020-08-25T14:53:29.759" v="3432" actId="12"/>
          <ac:spMkLst>
            <pc:docMk/>
            <pc:sldMk cId="933517526" sldId="352"/>
            <ac:spMk id="3" creationId="{FAA1BEEE-31DA-4FEF-B9F9-F38816D85C39}"/>
          </ac:spMkLst>
        </pc:spChg>
        <pc:spChg chg="mod">
          <ac:chgData name="Singletary, David S." userId="45c19336-5b87-4564-b40a-d17e89ba411b" providerId="ADAL" clId="{95D4AF6A-4DF2-43B4-B444-995970D21812}" dt="2020-08-25T14:54:08.053" v="3441" actId="113"/>
          <ac:spMkLst>
            <pc:docMk/>
            <pc:sldMk cId="933517526" sldId="352"/>
            <ac:spMk id="5" creationId="{BFA79BF3-4633-46AA-9181-E933DA59D392}"/>
          </ac:spMkLst>
        </pc:spChg>
      </pc:sldChg>
    </pc:docChg>
  </pc:docChgLst>
  <pc:docChgLst>
    <pc:chgData name="Pamela Brauda" userId="84fd4989-2b49-471a-9a61-f177abea8ce3" providerId="ADAL" clId="{94857BC1-6E1F-4B9D-8023-797570F33D68}"/>
    <pc:docChg chg="modSld">
      <pc:chgData name="Pamela Brauda" userId="84fd4989-2b49-471a-9a61-f177abea8ce3" providerId="ADAL" clId="{94857BC1-6E1F-4B9D-8023-797570F33D68}" dt="2020-08-12T20:52:11.388" v="10" actId="20577"/>
      <pc:docMkLst>
        <pc:docMk/>
      </pc:docMkLst>
      <pc:sldChg chg="modSp">
        <pc:chgData name="Pamela Brauda" userId="84fd4989-2b49-471a-9a61-f177abea8ce3" providerId="ADAL" clId="{94857BC1-6E1F-4B9D-8023-797570F33D68}" dt="2020-08-12T20:52:11.388" v="10" actId="20577"/>
        <pc:sldMkLst>
          <pc:docMk/>
          <pc:sldMk cId="2155227258" sldId="256"/>
        </pc:sldMkLst>
        <pc:spChg chg="mod">
          <ac:chgData name="Pamela Brauda" userId="84fd4989-2b49-471a-9a61-f177abea8ce3" providerId="ADAL" clId="{94857BC1-6E1F-4B9D-8023-797570F33D68}" dt="2020-08-12T20:52:11.388" v="10" actId="20577"/>
          <ac:spMkLst>
            <pc:docMk/>
            <pc:sldMk cId="2155227258" sldId="256"/>
            <ac:spMk id="2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8-31T20:21:4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13 824 0 0,'-4'4'1208'0'0,"-1"-4"52"0"0,0 0-76 0 0,1 0-476 0 0,-6 2-351 0 0,10-2-201 0 0,-9 0-104 0 0,9 0-96 0 0,0 0-64 0 0,-5 0-89 0 0,5 0-91 0 0,0-2-164 0 0,-9 2-368 0 0,9-6-172 0 0,-5 1-56 0 0,1-1 28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8-31T20:21:50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806 1 204 0 0,'-116'60'956'0'0,"9"-5"48"0"0,4-9 24 0 0,10-2-476 0 0,14-8-276 0 0,18-3-188 0 0,5-6-148 0 0,14-1-120 0 0,10-8-92 0 0,4-3-60 0 0,4 2-64 0 0,6-7-240 0 0,4 5-92 0 0,-5-7 4 0 0,5 1 16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8-31T21:15:16.3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15734 8767 0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F2CA2A-B6AE-4222-8A00-A0E4B2FB2BE0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FF4D4-D31A-496E-8526-482A07964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7773" y="12954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4521" y="42672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10160000" cy="4800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51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8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6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43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906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6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1966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10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46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69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gur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624989"/>
            <a:ext cx="9753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2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>
            <a:spLocks noChangeAspect="1"/>
          </p:cNvSpPr>
          <p:nvPr/>
        </p:nvSpPr>
        <p:spPr>
          <a:xfrm>
            <a:off x="11371870" y="3235577"/>
            <a:ext cx="731520" cy="5486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 noChangeAspect="1"/>
          </p:cNvSpPr>
          <p:nvPr>
            <p:ph type="sldNum" sz="quarter" idx="4"/>
          </p:nvPr>
        </p:nvSpPr>
        <p:spPr>
          <a:xfrm>
            <a:off x="11451134" y="3398137"/>
            <a:ext cx="506437" cy="27432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E84E2596-301E-4832-9EC0-2653E7A66251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327704" y="90175"/>
            <a:ext cx="822960" cy="914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AD4B6A-5AF3-4A09-A445-3A40ADD5E22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885" y="6133525"/>
            <a:ext cx="831779" cy="62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414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cipy.org/doc/numpy/reference/arrays.ndarray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customXml" Target="../ink/ink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s://towardsdatascience.com/machine-learning-basics-with-the-k-nearest-neighbors-algorithm-6a6e71d01761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203" y="130629"/>
            <a:ext cx="10849970" cy="6529478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6000"/>
              <a:t>COP2034C</a:t>
            </a:r>
            <a:br>
              <a:rPr lang="en-US" sz="4400"/>
            </a:br>
            <a:r>
              <a:rPr lang="en-US" sz="6000"/>
              <a:t>Programming in Python</a:t>
            </a:r>
            <a:br>
              <a:rPr lang="en-US"/>
            </a:br>
            <a:br>
              <a:rPr lang="en-US" sz="2800"/>
            </a:br>
            <a:r>
              <a:rPr lang="en-US" sz="5400"/>
              <a:t>Module 10</a:t>
            </a:r>
            <a:br>
              <a:rPr lang="en-US" sz="5400"/>
            </a:br>
            <a:r>
              <a:rPr lang="en-US" sz="5400"/>
              <a:t>Analyzing Data with NumPy</a:t>
            </a:r>
            <a:br>
              <a:rPr lang="en-US" sz="5400"/>
            </a:br>
            <a:br>
              <a:rPr lang="en-US" sz="2800"/>
            </a:br>
            <a:r>
              <a:rPr lang="en-US" sz="5400"/>
              <a:t>Python Data Science Handbook</a:t>
            </a:r>
            <a:br>
              <a:rPr lang="en-US" sz="5400"/>
            </a:br>
            <a:r>
              <a:rPr lang="en-US" sz="5400"/>
              <a:t>Chapter 2. Introduction to NumPy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27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7608-4C51-4BAF-98B7-95DADCD33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968946"/>
          </a:xfrm>
        </p:spPr>
        <p:txBody>
          <a:bodyPr/>
          <a:lstStyle/>
          <a:p>
            <a:r>
              <a:rPr lang="en-US" dirty="0"/>
              <a:t>Introduction to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B5435-4B4C-4C11-BBD2-168CAE7DF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64" y="1320800"/>
            <a:ext cx="10160000" cy="4997704"/>
          </a:xfrm>
        </p:spPr>
        <p:txBody>
          <a:bodyPr>
            <a:normAutofit/>
          </a:bodyPr>
          <a:lstStyle/>
          <a:p>
            <a:r>
              <a:rPr lang="en-US" sz="3200" dirty="0"/>
              <a:t>NumPy (</a:t>
            </a:r>
            <a:r>
              <a:rPr lang="en-US" sz="3200" b="1" dirty="0"/>
              <a:t>Num</a:t>
            </a:r>
            <a:r>
              <a:rPr lang="en-US" sz="3200" dirty="0"/>
              <a:t>erical </a:t>
            </a:r>
            <a:r>
              <a:rPr lang="en-US" sz="3200" b="1" dirty="0"/>
              <a:t>Py</a:t>
            </a:r>
            <a:r>
              <a:rPr lang="en-US" sz="3200" dirty="0"/>
              <a:t>thon) is pronounced NUM-</a:t>
            </a:r>
            <a:r>
              <a:rPr lang="en-US" sz="3200" dirty="0" err="1"/>
              <a:t>py</a:t>
            </a:r>
            <a:r>
              <a:rPr lang="en-US" sz="3200" dirty="0"/>
              <a:t> or sometimes NUM-pee</a:t>
            </a:r>
          </a:p>
          <a:p>
            <a:r>
              <a:rPr lang="en-US" sz="3200" dirty="0"/>
              <a:t>NumPy provides </a:t>
            </a:r>
            <a:r>
              <a:rPr lang="en-US" sz="3200" u="sng" dirty="0"/>
              <a:t>arrays</a:t>
            </a:r>
            <a:r>
              <a:rPr lang="en-US" sz="3200" dirty="0"/>
              <a:t> similar to Python lists, but with more efficient storage and better performance, particularly as the data grows larger</a:t>
            </a:r>
          </a:p>
          <a:p>
            <a:r>
              <a:rPr lang="en-US" sz="3200" dirty="0"/>
              <a:t>NumPy arrays are the core of data science tools in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E0EBA-FF8F-4FE5-A428-5BB56A0F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22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7608-4C51-4BAF-98B7-95DADCD33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796780"/>
          </a:xfrm>
        </p:spPr>
        <p:txBody>
          <a:bodyPr/>
          <a:lstStyle/>
          <a:p>
            <a:r>
              <a:rPr lang="en-US" dirty="0"/>
              <a:t>Installing and Using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B5435-4B4C-4C11-BBD2-168CAE7DF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273" y="1243584"/>
            <a:ext cx="10778835" cy="5074920"/>
          </a:xfrm>
        </p:spPr>
        <p:txBody>
          <a:bodyPr>
            <a:normAutofit/>
          </a:bodyPr>
          <a:lstStyle/>
          <a:p>
            <a:r>
              <a:rPr lang="en-US" sz="2800" dirty="0"/>
              <a:t>Installing NumPy on Windows 10 using pip: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E0EBA-FF8F-4FE5-A428-5BB56A0F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003800-D038-4B0A-8B20-CC2F29D48AD8}"/>
              </a:ext>
            </a:extLst>
          </p:cNvPr>
          <p:cNvSpPr/>
          <p:nvPr/>
        </p:nvSpPr>
        <p:spPr>
          <a:xfrm>
            <a:off x="323273" y="2001368"/>
            <a:ext cx="10778835" cy="31700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For an "all-user" configuration, run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CMDtool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 admin user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navigate to install folder, e.g.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C: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cd "\Program Files\Python"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update pip and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setuptools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C:\Program Files\Python&gt;python -m pip install --upgrade pip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C:\Program Files\Python&gt;pip install --upgrade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setuptools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install the following binary package version (a recent defect 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has broken 1.19.4, estimated fix is Spring of 2021)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C:\Program Files\Python&gt;pip install --only-binary :all: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==1.19.3</a:t>
            </a:r>
          </a:p>
        </p:txBody>
      </p:sp>
    </p:spTree>
    <p:extLst>
      <p:ext uri="{BB962C8B-B14F-4D97-AF65-F5344CB8AC3E}">
        <p14:creationId xmlns:p14="http://schemas.microsoft.com/office/powerpoint/2010/main" val="1698386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7608-4C51-4BAF-98B7-95DADCD33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968946"/>
          </a:xfrm>
        </p:spPr>
        <p:txBody>
          <a:bodyPr/>
          <a:lstStyle/>
          <a:p>
            <a:r>
              <a:rPr lang="en-US"/>
              <a:t>Installing and Using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B5435-4B4C-4C11-BBD2-168CAE7DF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2080"/>
            <a:ext cx="10160000" cy="5074920"/>
          </a:xfrm>
        </p:spPr>
        <p:txBody>
          <a:bodyPr/>
          <a:lstStyle/>
          <a:p>
            <a:pPr marL="914400" indent="0"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1313" indent="-231775"/>
            <a:r>
              <a:rPr lang="en-US" sz="2800" dirty="0"/>
              <a:t>Importing </a:t>
            </a:r>
            <a:r>
              <a:rPr lang="en-US" sz="2800" dirty="0" err="1"/>
              <a:t>numpy</a:t>
            </a:r>
            <a:r>
              <a:rPr lang="en-US" sz="2800" dirty="0"/>
              <a:t> in a program (remaining slides assume this import has occurred)</a:t>
            </a:r>
          </a:p>
          <a:p>
            <a:pPr marL="341313" indent="-231775"/>
            <a:endParaRPr lang="en-US" sz="1200" dirty="0"/>
          </a:p>
          <a:p>
            <a:pPr marL="461963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as np      # alias to np</a:t>
            </a:r>
          </a:p>
          <a:p>
            <a:pPr marL="461963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np.__version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__)   # version check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E0EBA-FF8F-4FE5-A428-5BB56A0F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40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74101-A861-40F8-8AE8-04524B72C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718"/>
            <a:ext cx="10160000" cy="883602"/>
          </a:xfrm>
        </p:spPr>
        <p:txBody>
          <a:bodyPr/>
          <a:lstStyle/>
          <a:p>
            <a:r>
              <a:rPr lang="en-US"/>
              <a:t>Understanding Data Types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914DE-4F42-4079-8BDA-473AD6DE5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36320"/>
            <a:ext cx="10160000" cy="5440680"/>
          </a:xfrm>
        </p:spPr>
        <p:txBody>
          <a:bodyPr/>
          <a:lstStyle/>
          <a:p>
            <a:r>
              <a:rPr lang="en-US" sz="3200" dirty="0"/>
              <a:t>"Primitive" data types in Python (integers, floating point values, Booleans) are objects</a:t>
            </a:r>
          </a:p>
          <a:p>
            <a:pPr lvl="1"/>
            <a:r>
              <a:rPr lang="en-US" sz="2800" dirty="0"/>
              <a:t>Each object consists of an internal C-language structure which includes a reference count, a type encoding, a size attribute, and the actual value</a:t>
            </a:r>
          </a:p>
          <a:p>
            <a:pPr lvl="1"/>
            <a:r>
              <a:rPr lang="en-US" sz="2800" dirty="0"/>
              <a:t>These attributes make Python a dynamically typed (flexible) language, but also reduce performance</a:t>
            </a:r>
          </a:p>
          <a:p>
            <a:r>
              <a:rPr lang="en-US" sz="3200" dirty="0"/>
              <a:t>In a Python list, each element is a self-contained object</a:t>
            </a:r>
          </a:p>
          <a:p>
            <a:pPr lvl="1"/>
            <a:r>
              <a:rPr lang="en-US" sz="2800" dirty="0"/>
              <a:t>When lists contain elements of the same data type, some internal information is redundant</a:t>
            </a:r>
          </a:p>
          <a:p>
            <a:pPr lvl="1"/>
            <a:r>
              <a:rPr lang="en-US" sz="2800" dirty="0"/>
              <a:t>List elements are randomly distributed throughout memory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98A6A-3661-4163-AEC8-3DAA43EBB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4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7B047-16C3-4F9A-9740-7D67E9E80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NumPy N-Dimensional Arrays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337A8-DDB3-4B17-84E6-0CDCBC5C7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8"/>
            <a:ext cx="10160000" cy="5059362"/>
          </a:xfrm>
        </p:spPr>
        <p:txBody>
          <a:bodyPr/>
          <a:lstStyle/>
          <a:p>
            <a:r>
              <a:rPr lang="en-US" sz="2800"/>
              <a:t>A NumPy n-dimensional array (</a:t>
            </a:r>
            <a:r>
              <a:rPr lang="en-US" sz="2800" err="1"/>
              <a:t>ndarray</a:t>
            </a:r>
            <a:r>
              <a:rPr lang="en-US" sz="2800"/>
              <a:t>)  is a fixed-size, multidimensional container of items of the same type and size.</a:t>
            </a:r>
          </a:p>
          <a:p>
            <a:pPr lvl="1"/>
            <a:r>
              <a:rPr lang="en-US" sz="2600"/>
              <a:t>The number of dimensions and items in an </a:t>
            </a:r>
            <a:r>
              <a:rPr lang="en-US" sz="2600" err="1"/>
              <a:t>ndarray</a:t>
            </a:r>
            <a:r>
              <a:rPr lang="en-US" sz="2600"/>
              <a:t> is defined by its </a:t>
            </a:r>
            <a:r>
              <a:rPr lang="en-US" sz="2600" u="sng"/>
              <a:t>shape</a:t>
            </a:r>
            <a:r>
              <a:rPr lang="en-US" sz="2600"/>
              <a:t>, which is a tuple of N non-negative integers that specify the sizes of each dimension. </a:t>
            </a:r>
          </a:p>
          <a:p>
            <a:pPr lvl="1"/>
            <a:r>
              <a:rPr lang="en-US" sz="2600">
                <a:hlinkClick r:id="rId2"/>
              </a:rPr>
              <a:t>https://docs.scipy.org/doc/numpy/reference/arrays.ndarray.html</a:t>
            </a:r>
            <a:endParaRPr lang="en-US" sz="2600"/>
          </a:p>
          <a:p>
            <a:r>
              <a:rPr lang="en-US" sz="2800"/>
              <a:t>NumPy arrays store data as a contiguous block for efficiency ("dense" arrays).</a:t>
            </a:r>
          </a:p>
          <a:p>
            <a:pPr lvl="1"/>
            <a:r>
              <a:rPr lang="en-US" sz="2800"/>
              <a:t>The Python array module (Python 3.3 and later) provides a similar structure, but the NumPy </a:t>
            </a:r>
            <a:r>
              <a:rPr lang="en-US" sz="2800" err="1"/>
              <a:t>ndarray</a:t>
            </a:r>
            <a:r>
              <a:rPr lang="en-US" sz="2800"/>
              <a:t> provides additional operations.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C6A30-4F93-4D3B-BBB5-14FA44F38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15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D6145-981D-4980-BDAA-7C069D21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718"/>
            <a:ext cx="10160000" cy="810450"/>
          </a:xfrm>
        </p:spPr>
        <p:txBody>
          <a:bodyPr/>
          <a:lstStyle/>
          <a:p>
            <a:r>
              <a:rPr lang="en-US" dirty="0"/>
              <a:t>NumPy Arrays vs. Python Lists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EC1AA52-1430-457A-AD65-1123DC3FA5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31483" y="1983232"/>
          <a:ext cx="1731264" cy="19960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31264">
                  <a:extLst>
                    <a:ext uri="{9D8B030D-6E8A-4147-A177-3AD203B41FA5}">
                      <a16:colId xmlns:a16="http://schemas.microsoft.com/office/drawing/2014/main" val="771592056"/>
                    </a:ext>
                  </a:extLst>
                </a:gridCol>
              </a:tblGrid>
              <a:tr h="499014">
                <a:tc>
                  <a:txBody>
                    <a:bodyPr/>
                    <a:lstStyle/>
                    <a:p>
                      <a:r>
                        <a:rPr lang="en-US" err="1"/>
                        <a:t>PyObject_HEAD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082755"/>
                  </a:ext>
                </a:extLst>
              </a:tr>
              <a:tr h="499014">
                <a:tc>
                  <a:txBody>
                    <a:bodyPr/>
                    <a:lstStyle/>
                    <a:p>
                      <a:r>
                        <a:rPr lang="en-US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618605"/>
                  </a:ext>
                </a:extLst>
              </a:tr>
              <a:tr h="499014">
                <a:tc>
                  <a:txBody>
                    <a:bodyPr/>
                    <a:lstStyle/>
                    <a:p>
                      <a:r>
                        <a:rPr lang="en-US"/>
                        <a:t>dimensions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599621"/>
                  </a:ext>
                </a:extLst>
              </a:tr>
              <a:tr h="499014">
                <a:tc>
                  <a:txBody>
                    <a:bodyPr/>
                    <a:lstStyle/>
                    <a:p>
                      <a:r>
                        <a:rPr lang="en-US"/>
                        <a:t>strides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7734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51CE6-334B-43D8-A16B-FAE65CBA6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CFD1C1D-0A93-497F-858B-8A10FEA5F93A}"/>
              </a:ext>
            </a:extLst>
          </p:cNvPr>
          <p:cNvGraphicFramePr>
            <a:graphicFrameLocks noGrp="1"/>
          </p:cNvGraphicFramePr>
          <p:nvPr/>
        </p:nvGraphicFramePr>
        <p:xfrm>
          <a:off x="3065819" y="2031999"/>
          <a:ext cx="506437" cy="2595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6437">
                  <a:extLst>
                    <a:ext uri="{9D8B030D-6E8A-4147-A177-3AD203B41FA5}">
                      <a16:colId xmlns:a16="http://schemas.microsoft.com/office/drawing/2014/main" val="2210320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912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95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046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016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290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3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238471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B5042B8-38DB-4504-B921-AB57D48274F6}"/>
              </a:ext>
            </a:extLst>
          </p:cNvPr>
          <p:cNvCxnSpPr/>
          <p:nvPr/>
        </p:nvCxnSpPr>
        <p:spPr>
          <a:xfrm>
            <a:off x="2362747" y="2233167"/>
            <a:ext cx="70307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B8790BF0-2783-47E2-B025-990A812283B3}"/>
              </a:ext>
            </a:extLst>
          </p:cNvPr>
          <p:cNvGraphicFramePr>
            <a:graphicFrameLocks/>
          </p:cNvGraphicFramePr>
          <p:nvPr/>
        </p:nvGraphicFramePr>
        <p:xfrm>
          <a:off x="4581863" y="2031999"/>
          <a:ext cx="1731264" cy="149704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31264">
                  <a:extLst>
                    <a:ext uri="{9D8B030D-6E8A-4147-A177-3AD203B41FA5}">
                      <a16:colId xmlns:a16="http://schemas.microsoft.com/office/drawing/2014/main" val="771592056"/>
                    </a:ext>
                  </a:extLst>
                </a:gridCol>
              </a:tblGrid>
              <a:tr h="499014">
                <a:tc>
                  <a:txBody>
                    <a:bodyPr/>
                    <a:lstStyle/>
                    <a:p>
                      <a:r>
                        <a:rPr lang="en-US" err="1"/>
                        <a:t>PyObject_HEAD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082755"/>
                  </a:ext>
                </a:extLst>
              </a:tr>
              <a:tr h="499014">
                <a:tc>
                  <a:txBody>
                    <a:bodyPr/>
                    <a:lstStyle/>
                    <a:p>
                      <a:r>
                        <a:rPr lang="en-US"/>
                        <a:t>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618605"/>
                  </a:ext>
                </a:extLst>
              </a:tr>
              <a:tr h="499014">
                <a:tc>
                  <a:txBody>
                    <a:bodyPr/>
                    <a:lstStyle/>
                    <a:p>
                      <a:r>
                        <a:rPr lang="en-US"/>
                        <a:t>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599621"/>
                  </a:ext>
                </a:extLst>
              </a:tr>
            </a:tbl>
          </a:graphicData>
        </a:graphic>
      </p:graphicFrame>
      <p:graphicFrame>
        <p:nvGraphicFramePr>
          <p:cNvPr id="13" name="Table 8">
            <a:extLst>
              <a:ext uri="{FF2B5EF4-FFF2-40B4-BE49-F238E27FC236}">
                <a16:creationId xmlns:a16="http://schemas.microsoft.com/office/drawing/2014/main" id="{A118083D-5C30-4F92-A8DC-17CE1E5CEBEF}"/>
              </a:ext>
            </a:extLst>
          </p:cNvPr>
          <p:cNvGraphicFramePr>
            <a:graphicFrameLocks noGrp="1"/>
          </p:cNvGraphicFramePr>
          <p:nvPr/>
        </p:nvGraphicFramePr>
        <p:xfrm>
          <a:off x="6856937" y="3006344"/>
          <a:ext cx="784946" cy="2595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84946">
                  <a:extLst>
                    <a:ext uri="{9D8B030D-6E8A-4147-A177-3AD203B41FA5}">
                      <a16:colId xmlns:a16="http://schemas.microsoft.com/office/drawing/2014/main" val="2210320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pObj1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912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pObj2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95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pObj3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046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pObj4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016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pObj5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290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pObj6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3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pObj7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238471"/>
                  </a:ext>
                </a:extLst>
              </a:tr>
            </a:tbl>
          </a:graphicData>
        </a:graphic>
      </p:graphicFrame>
      <p:graphicFrame>
        <p:nvGraphicFramePr>
          <p:cNvPr id="14" name="Table 8">
            <a:extLst>
              <a:ext uri="{FF2B5EF4-FFF2-40B4-BE49-F238E27FC236}">
                <a16:creationId xmlns:a16="http://schemas.microsoft.com/office/drawing/2014/main" id="{9F5FFEC4-B882-43C3-B25E-BAA4B168B8CB}"/>
              </a:ext>
            </a:extLst>
          </p:cNvPr>
          <p:cNvGraphicFramePr>
            <a:graphicFrameLocks noGrp="1"/>
          </p:cNvGraphicFramePr>
          <p:nvPr/>
        </p:nvGraphicFramePr>
        <p:xfrm>
          <a:off x="8828665" y="1666240"/>
          <a:ext cx="1929571" cy="5191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29571">
                  <a:extLst>
                    <a:ext uri="{9D8B030D-6E8A-4147-A177-3AD203B41FA5}">
                      <a16:colId xmlns:a16="http://schemas.microsoft.com/office/drawing/2014/main" val="2210320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Integer Object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912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addr2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95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Integer Object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046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addr4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016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addr5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290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Integer Object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3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addr7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238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add8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666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Integer Object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45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Integer Object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72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addr9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43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addr10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375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Integer Object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543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Integer Object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81540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EA6084-4BAA-44B6-9315-ED2515902CFA}"/>
              </a:ext>
            </a:extLst>
          </p:cNvPr>
          <p:cNvCxnSpPr>
            <a:cxnSpLocks/>
          </p:cNvCxnSpPr>
          <p:nvPr/>
        </p:nvCxnSpPr>
        <p:spPr>
          <a:xfrm flipV="1">
            <a:off x="7619156" y="1891791"/>
            <a:ext cx="1205351" cy="16973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6F8F71-5DEA-4CD2-85A8-068D7AF7A04A}"/>
              </a:ext>
            </a:extLst>
          </p:cNvPr>
          <p:cNvCxnSpPr>
            <a:cxnSpLocks/>
          </p:cNvCxnSpPr>
          <p:nvPr/>
        </p:nvCxnSpPr>
        <p:spPr>
          <a:xfrm>
            <a:off x="7641883" y="3210175"/>
            <a:ext cx="1209509" cy="5256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04758E-0D78-468A-9E6A-B574255EAE0A}"/>
              </a:ext>
            </a:extLst>
          </p:cNvPr>
          <p:cNvCxnSpPr>
            <a:cxnSpLocks/>
          </p:cNvCxnSpPr>
          <p:nvPr/>
        </p:nvCxnSpPr>
        <p:spPr>
          <a:xfrm flipV="1">
            <a:off x="7641883" y="2629408"/>
            <a:ext cx="1182624" cy="13347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636E72-9844-43CA-B91D-8ACD24876C7F}"/>
              </a:ext>
            </a:extLst>
          </p:cNvPr>
          <p:cNvCxnSpPr>
            <a:cxnSpLocks/>
          </p:cNvCxnSpPr>
          <p:nvPr/>
        </p:nvCxnSpPr>
        <p:spPr>
          <a:xfrm>
            <a:off x="7641883" y="5014834"/>
            <a:ext cx="1209509" cy="12886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AEE28DC-4380-4B35-82A8-20B96CEF658A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641883" y="4304284"/>
            <a:ext cx="1182624" cy="90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F40EF42-E777-4A7D-98BA-47A4AD8C752A}"/>
              </a:ext>
            </a:extLst>
          </p:cNvPr>
          <p:cNvCxnSpPr>
            <a:cxnSpLocks/>
          </p:cNvCxnSpPr>
          <p:nvPr/>
        </p:nvCxnSpPr>
        <p:spPr>
          <a:xfrm>
            <a:off x="7646041" y="4674721"/>
            <a:ext cx="1178466" cy="2200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46845D4-16DE-4F3A-93C4-577C717AF24D}"/>
              </a:ext>
            </a:extLst>
          </p:cNvPr>
          <p:cNvCxnSpPr>
            <a:cxnSpLocks/>
          </p:cNvCxnSpPr>
          <p:nvPr/>
        </p:nvCxnSpPr>
        <p:spPr>
          <a:xfrm>
            <a:off x="7646041" y="5463254"/>
            <a:ext cx="1205351" cy="12215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892C543-84DF-491B-A99E-A1C8A0F62FBA}"/>
              </a:ext>
            </a:extLst>
          </p:cNvPr>
          <p:cNvCxnSpPr>
            <a:cxnSpLocks/>
          </p:cNvCxnSpPr>
          <p:nvPr/>
        </p:nvCxnSpPr>
        <p:spPr>
          <a:xfrm>
            <a:off x="6313127" y="3227955"/>
            <a:ext cx="54381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ED0550D1-22FA-4862-970A-0D2EBE80D4BB}"/>
              </a:ext>
            </a:extLst>
          </p:cNvPr>
          <p:cNvSpPr/>
          <p:nvPr/>
        </p:nvSpPr>
        <p:spPr>
          <a:xfrm>
            <a:off x="1274845" y="1198371"/>
            <a:ext cx="2044192" cy="488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NumPy array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AF43F4D-8A4C-4379-BC7F-AA0C2D685B3E}"/>
              </a:ext>
            </a:extLst>
          </p:cNvPr>
          <p:cNvSpPr/>
          <p:nvPr/>
        </p:nvSpPr>
        <p:spPr>
          <a:xfrm>
            <a:off x="5617167" y="1167240"/>
            <a:ext cx="2044192" cy="488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 list</a:t>
            </a:r>
          </a:p>
        </p:txBody>
      </p:sp>
    </p:spTree>
    <p:extLst>
      <p:ext uri="{BB962C8B-B14F-4D97-AF65-F5344CB8AC3E}">
        <p14:creationId xmlns:p14="http://schemas.microsoft.com/office/powerpoint/2010/main" val="3145872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74911-0D42-48AF-B65B-368587C53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8577"/>
            <a:ext cx="10160000" cy="876430"/>
          </a:xfrm>
        </p:spPr>
        <p:txBody>
          <a:bodyPr/>
          <a:lstStyle/>
          <a:p>
            <a:r>
              <a:rPr lang="en-US" dirty="0"/>
              <a:t>Creating NumPy Arrays from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D1148-EC38-48B1-BEB8-B4E706B8C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0918"/>
            <a:ext cx="10160000" cy="5186082"/>
          </a:xfrm>
        </p:spPr>
        <p:txBody>
          <a:bodyPr/>
          <a:lstStyle/>
          <a:p>
            <a:r>
              <a:rPr lang="en-US" sz="3200" err="1"/>
              <a:t>ndarrays</a:t>
            </a:r>
            <a:r>
              <a:rPr lang="en-US" sz="3200"/>
              <a:t> can be created from Python lists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6FE45-2F4F-4855-BA4A-F421E787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B7E64C-96D8-4BB6-8284-A99D8E8D871C}"/>
              </a:ext>
            </a:extLst>
          </p:cNvPr>
          <p:cNvSpPr/>
          <p:nvPr/>
        </p:nvSpPr>
        <p:spPr>
          <a:xfrm>
            <a:off x="8320365" y="3474247"/>
            <a:ext cx="2368302" cy="286232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/>
              <a:t>[1 4 2 5 3]</a:t>
            </a:r>
          </a:p>
          <a:p>
            <a:endParaRPr lang="en-US" sz="2000" b="1"/>
          </a:p>
          <a:p>
            <a:r>
              <a:rPr lang="en-US" sz="2000" b="1"/>
              <a:t>[3.14 4. 2. 3.  ]</a:t>
            </a:r>
          </a:p>
          <a:p>
            <a:endParaRPr lang="en-US" sz="2000" b="1"/>
          </a:p>
          <a:p>
            <a:r>
              <a:rPr lang="en-US" sz="2000" b="1"/>
              <a:t>[1. 2. 3. 4.]</a:t>
            </a:r>
          </a:p>
          <a:p>
            <a:endParaRPr lang="en-US" sz="2000" b="1"/>
          </a:p>
          <a:p>
            <a:r>
              <a:rPr lang="en-US" sz="2000" b="1"/>
              <a:t>[[2 3 4]</a:t>
            </a:r>
          </a:p>
          <a:p>
            <a:r>
              <a:rPr lang="en-US" sz="2000" b="1"/>
              <a:t> [4 5 6]</a:t>
            </a:r>
          </a:p>
          <a:p>
            <a:r>
              <a:rPr lang="en-US" sz="2000" b="1"/>
              <a:t> [6 7 8]]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89F00B-1723-424D-B1B0-42AB0DAC1C8E}"/>
              </a:ext>
            </a:extLst>
          </p:cNvPr>
          <p:cNvSpPr/>
          <p:nvPr/>
        </p:nvSpPr>
        <p:spPr>
          <a:xfrm>
            <a:off x="914402" y="2089252"/>
            <a:ext cx="7325030" cy="42473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integer array: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([1, 4, 2, 5, 3])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upcast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integers to float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([3.14, 4, 2, 3])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specify array element type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([1, 2, 3, 4],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='float32')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multidimensional array using list of lists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([range(i, i + 3) for i in [2, 4, 6]])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79643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3ACD7-7E02-4CE0-917D-5D3194806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0092"/>
            <a:ext cx="10160000" cy="822642"/>
          </a:xfrm>
        </p:spPr>
        <p:txBody>
          <a:bodyPr/>
          <a:lstStyle/>
          <a:p>
            <a:r>
              <a:rPr lang="en-US" dirty="0"/>
              <a:t>Creating NumPy Arrays from Scratch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49114-CC75-4216-B546-8E4B4043B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1827"/>
            <a:ext cx="10160000" cy="5315174"/>
          </a:xfrm>
        </p:spPr>
        <p:txBody>
          <a:bodyPr>
            <a:normAutofit/>
          </a:bodyPr>
          <a:lstStyle/>
          <a:p>
            <a:r>
              <a:rPr lang="en-US" sz="2400"/>
              <a:t>NumPy provides optimized functions to create </a:t>
            </a:r>
            <a:r>
              <a:rPr lang="en-US" sz="2400" err="1"/>
              <a:t>ndarrays</a:t>
            </a: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8326E-8711-430A-B7EE-04FC135F3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B8DE9E-4C9A-424F-B5B7-6D777E070BEC}"/>
              </a:ext>
            </a:extLst>
          </p:cNvPr>
          <p:cNvSpPr/>
          <p:nvPr/>
        </p:nvSpPr>
        <p:spPr>
          <a:xfrm>
            <a:off x="935916" y="1824409"/>
            <a:ext cx="6591068" cy="44319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# create a 10-integer array filled with zeros</a:t>
            </a:r>
          </a:p>
          <a:p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np.zeros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(10,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=int)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# create a 3x5 floating point array filled with ones</a:t>
            </a:r>
          </a:p>
          <a:p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np.ones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((3,5),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=float)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# create a 3x5 array filled with 3.14</a:t>
            </a:r>
          </a:p>
          <a:p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np.full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((3,5), 3.14)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# create an array filled with a linear sequence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# starting at 0, ending at 20, stepping by 2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# (similar to built-in range() function)</a:t>
            </a:r>
          </a:p>
          <a:p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(0, 20, 2)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22A6C1-3854-4DC8-9A0E-E5A064BF8589}"/>
              </a:ext>
            </a:extLst>
          </p:cNvPr>
          <p:cNvSpPr/>
          <p:nvPr/>
        </p:nvSpPr>
        <p:spPr>
          <a:xfrm>
            <a:off x="7622499" y="3117071"/>
            <a:ext cx="3051586" cy="31393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/>
              <a:t>[0 0 0 0 0 0 0 0 0 0]</a:t>
            </a:r>
          </a:p>
          <a:p>
            <a:endParaRPr lang="en-US" b="1"/>
          </a:p>
          <a:p>
            <a:r>
              <a:rPr lang="en-US" b="1"/>
              <a:t>[[1. 1. 1. 1. 1.]</a:t>
            </a:r>
          </a:p>
          <a:p>
            <a:r>
              <a:rPr lang="en-US" b="1"/>
              <a:t> [1. 1. 1. 1. 1.]</a:t>
            </a:r>
          </a:p>
          <a:p>
            <a:r>
              <a:rPr lang="en-US" b="1"/>
              <a:t> [1. 1. 1. 1. 1.]]</a:t>
            </a:r>
          </a:p>
          <a:p>
            <a:endParaRPr lang="en-US" b="1"/>
          </a:p>
          <a:p>
            <a:r>
              <a:rPr lang="en-US" b="1"/>
              <a:t>[[3.14 3.14 3.14 3.14 3.14]</a:t>
            </a:r>
          </a:p>
          <a:p>
            <a:r>
              <a:rPr lang="en-US" b="1"/>
              <a:t> [3.14 3.14 3.14 3.14 3.14]</a:t>
            </a:r>
          </a:p>
          <a:p>
            <a:r>
              <a:rPr lang="en-US" b="1"/>
              <a:t> [3.14 3.14 3.14 3.14 3.14]]</a:t>
            </a:r>
          </a:p>
          <a:p>
            <a:endParaRPr lang="en-US" b="1"/>
          </a:p>
          <a:p>
            <a:r>
              <a:rPr lang="en-US" b="1"/>
              <a:t>[ 0  2  4  6  8 10 12 14 16 18]</a:t>
            </a:r>
          </a:p>
        </p:txBody>
      </p:sp>
    </p:spTree>
    <p:extLst>
      <p:ext uri="{BB962C8B-B14F-4D97-AF65-F5344CB8AC3E}">
        <p14:creationId xmlns:p14="http://schemas.microsoft.com/office/powerpoint/2010/main" val="702919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3ACD7-7E02-4CE0-917D-5D3194806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0092"/>
            <a:ext cx="10160000" cy="822642"/>
          </a:xfrm>
        </p:spPr>
        <p:txBody>
          <a:bodyPr/>
          <a:lstStyle/>
          <a:p>
            <a:r>
              <a:rPr lang="en-US" dirty="0"/>
              <a:t>Creating NumPy Arrays from Scratch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49114-CC75-4216-B546-8E4B4043B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1826"/>
            <a:ext cx="8259098" cy="336101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create a 3x3 array of uniformly distributed</a:t>
            </a:r>
          </a:p>
          <a:p>
            <a:pPr marL="11430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random values between 0 and 1</a:t>
            </a:r>
          </a:p>
          <a:p>
            <a:pPr marL="11430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np.random.random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((3,3))</a:t>
            </a:r>
          </a:p>
          <a:p>
            <a:pPr marL="11430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11430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create a 3x3 array of normally distributed random</a:t>
            </a:r>
          </a:p>
          <a:p>
            <a:pPr marL="11430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values with mean 0 and standard deviation 1</a:t>
            </a:r>
          </a:p>
          <a:p>
            <a:pPr marL="11430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np.random.normal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(0,1,(3,3))</a:t>
            </a:r>
          </a:p>
          <a:p>
            <a:pPr marL="11430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8326E-8711-430A-B7EE-04FC135F3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22A6C1-3854-4DC8-9A0E-E5A064BF8589}"/>
              </a:ext>
            </a:extLst>
          </p:cNvPr>
          <p:cNvSpPr/>
          <p:nvPr/>
        </p:nvSpPr>
        <p:spPr>
          <a:xfrm>
            <a:off x="4088500" y="4680511"/>
            <a:ext cx="4780198" cy="20313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/>
              <a:t>[[0.50779866 0.09276724 0.66751413]</a:t>
            </a:r>
          </a:p>
          <a:p>
            <a:r>
              <a:rPr lang="en-US" b="1"/>
              <a:t> [0.00100687 0.4304079  0.36484088]</a:t>
            </a:r>
          </a:p>
          <a:p>
            <a:r>
              <a:rPr lang="en-US" b="1"/>
              <a:t> [0.94266067 0.22574462 0.67993106]]</a:t>
            </a:r>
          </a:p>
          <a:p>
            <a:endParaRPr lang="en-US" b="1"/>
          </a:p>
          <a:p>
            <a:r>
              <a:rPr lang="en-US" b="1"/>
              <a:t>[[ 2.16158122 -2.09347209 -0.46283321]</a:t>
            </a:r>
          </a:p>
          <a:p>
            <a:r>
              <a:rPr lang="en-US" b="1"/>
              <a:t> [-0.96782507 -1.27129679 -0.04928899]</a:t>
            </a:r>
          </a:p>
          <a:p>
            <a:r>
              <a:rPr lang="en-US" b="1"/>
              <a:t> [-1.07428781 -1.36740897 -0.34496931]]</a:t>
            </a:r>
          </a:p>
        </p:txBody>
      </p:sp>
    </p:spTree>
    <p:extLst>
      <p:ext uri="{BB962C8B-B14F-4D97-AF65-F5344CB8AC3E}">
        <p14:creationId xmlns:p14="http://schemas.microsoft.com/office/powerpoint/2010/main" val="3170146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DD190-B0F0-40C3-8306-4285DEA69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7992"/>
            <a:ext cx="10160000" cy="797078"/>
          </a:xfrm>
        </p:spPr>
        <p:txBody>
          <a:bodyPr/>
          <a:lstStyle/>
          <a:p>
            <a:r>
              <a:rPr lang="en-US"/>
              <a:t>NumPy Standard Numeric Data Types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C41817F-E829-44AD-89F8-D04DD7E3225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16077" y="1032386"/>
          <a:ext cx="8790039" cy="5486400"/>
        </p:xfrm>
        <a:graphic>
          <a:graphicData uri="http://schemas.openxmlformats.org/drawingml/2006/table">
            <a:tbl>
              <a:tblPr/>
              <a:tblGrid>
                <a:gridCol w="1421144">
                  <a:extLst>
                    <a:ext uri="{9D8B030D-6E8A-4147-A177-3AD203B41FA5}">
                      <a16:colId xmlns:a16="http://schemas.microsoft.com/office/drawing/2014/main" val="575608868"/>
                    </a:ext>
                  </a:extLst>
                </a:gridCol>
                <a:gridCol w="7368895">
                  <a:extLst>
                    <a:ext uri="{9D8B030D-6E8A-4147-A177-3AD203B41FA5}">
                      <a16:colId xmlns:a16="http://schemas.microsoft.com/office/drawing/2014/main" val="29944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effectLst/>
                        </a:rPr>
                        <a:t>Data type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effectLst/>
                        </a:rPr>
                        <a:t>Description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339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bool_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Boolean (True or False) stored as a byte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95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int_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Default integer type (same as C long; normally either int64 or int32)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339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intc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Identical to C int (normally int32 or int64)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579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err="1">
                          <a:effectLst/>
                        </a:rPr>
                        <a:t>intp</a:t>
                      </a:r>
                      <a:endParaRPr lang="en-US" sz="1800">
                        <a:effectLst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Integer used for indexing (same as C </a:t>
                      </a:r>
                      <a:r>
                        <a:rPr lang="en-US" sz="1800" err="1">
                          <a:effectLst/>
                        </a:rPr>
                        <a:t>ssize_t</a:t>
                      </a:r>
                      <a:r>
                        <a:rPr lang="en-US" sz="1800">
                          <a:effectLst/>
                        </a:rPr>
                        <a:t>; normally either int32 or int64)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15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int8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Byte (-128 to 127)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593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int16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Integer (-32768 to 32767)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374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int32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Integer (-2147483648 to 2147483647)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227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int64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Integer (-9223372036854775808 to 9223372036854775807)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053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uint8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Unsigned integer (0 to 255)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769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uint16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Unsigned integer (0 to 65535)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457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uint32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Unsigned integer (0 to 4294967295)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250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uint64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Unsigned integer (0 to 18446744073709551615)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787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float_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Shorthand for float64.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776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float16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Half precision float: sign bit, 5 bits exponent, 10 bits mantissa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442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float32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Single precision float: sign bit, 8 bits exponent, 23 bits mantissa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2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float64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Double precision float: sign bit, 11 bits exponent, 52 bits mantissa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545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complex_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Shorthand for complex128.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412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complex64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Complex number, represented by two 32-bit floats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142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complex128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Complex number, represented by two 64-bit floats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73641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DB449-28BA-4894-9930-50CD399A9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17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DBB60-33D6-46C5-87A5-58DD0F5C1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5476"/>
            <a:ext cx="10160000" cy="806910"/>
          </a:xfrm>
        </p:spPr>
        <p:txBody>
          <a:bodyPr/>
          <a:lstStyle/>
          <a:p>
            <a:r>
              <a:rPr lang="en-US"/>
              <a:t>NumPy Array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8530E-ED90-46C9-BE3D-709E505A2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78194"/>
            <a:ext cx="10160000" cy="5198806"/>
          </a:xfrm>
        </p:spPr>
        <p:txBody>
          <a:bodyPr>
            <a:normAutofit/>
          </a:bodyPr>
          <a:lstStyle/>
          <a:p>
            <a:r>
              <a:rPr lang="en-US" sz="2800" dirty="0"/>
              <a:t>NumPy array operations are critical to many Data Science packages</a:t>
            </a:r>
          </a:p>
          <a:p>
            <a:r>
              <a:rPr lang="en-US" sz="2800" dirty="0"/>
              <a:t>Array operations include</a:t>
            </a:r>
          </a:p>
          <a:p>
            <a:pPr lvl="1"/>
            <a:r>
              <a:rPr lang="en-US" sz="2600" b="1" dirty="0"/>
              <a:t>accessing attributes: </a:t>
            </a:r>
            <a:r>
              <a:rPr lang="en-US" sz="2600" dirty="0"/>
              <a:t>determining size, shape, memory usage, and data types</a:t>
            </a:r>
          </a:p>
          <a:p>
            <a:pPr lvl="1"/>
            <a:r>
              <a:rPr lang="en-US" sz="2600" b="1" dirty="0"/>
              <a:t>indexing: </a:t>
            </a:r>
            <a:r>
              <a:rPr lang="en-US" sz="2600" dirty="0"/>
              <a:t>getting/setting individual array element values</a:t>
            </a:r>
          </a:p>
          <a:p>
            <a:pPr lvl="1"/>
            <a:r>
              <a:rPr lang="en-US" sz="2600" b="1" dirty="0"/>
              <a:t>slicing</a:t>
            </a:r>
            <a:r>
              <a:rPr lang="en-US" sz="2600" dirty="0"/>
              <a:t>: getting/setting subarrays</a:t>
            </a:r>
          </a:p>
          <a:p>
            <a:pPr lvl="1"/>
            <a:r>
              <a:rPr lang="en-US" sz="2600" b="1" dirty="0"/>
              <a:t>reshaping: </a:t>
            </a:r>
            <a:r>
              <a:rPr lang="en-US" sz="2600" dirty="0"/>
              <a:t>changing an array's shape</a:t>
            </a:r>
          </a:p>
          <a:p>
            <a:pPr lvl="1"/>
            <a:r>
              <a:rPr lang="en-US" sz="2600" b="1" dirty="0"/>
              <a:t>joining/splitting: </a:t>
            </a:r>
            <a:r>
              <a:rPr lang="en-US" sz="2600" dirty="0"/>
              <a:t>combining multiple arrays into one, split one array into multiple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F0B27-86E1-4C0E-B09E-CF6C5EBD6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139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73E8-6B6F-4B43-80A3-757C26917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7489"/>
            <a:ext cx="10160000" cy="718420"/>
          </a:xfrm>
        </p:spPr>
        <p:txBody>
          <a:bodyPr/>
          <a:lstStyle/>
          <a:p>
            <a:r>
              <a:rPr lang="en-US"/>
              <a:t>NumPy Array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B37CC-95DC-4B80-A7C1-862905FBB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01213"/>
            <a:ext cx="10160000" cy="5375787"/>
          </a:xfrm>
        </p:spPr>
        <p:txBody>
          <a:bodyPr>
            <a:normAutofit/>
          </a:bodyPr>
          <a:lstStyle/>
          <a:p>
            <a:r>
              <a:rPr lang="en-US" sz="3600" dirty="0"/>
              <a:t>Useful attributes of NumPy arrays:</a:t>
            </a:r>
          </a:p>
          <a:p>
            <a:pPr lvl="1"/>
            <a:r>
              <a:rPr lang="en-US" sz="2800" b="1" dirty="0" err="1"/>
              <a:t>ndim</a:t>
            </a:r>
            <a:r>
              <a:rPr lang="en-US" sz="2800" b="1" dirty="0"/>
              <a:t>: </a:t>
            </a:r>
            <a:r>
              <a:rPr lang="en-US" sz="2800" dirty="0"/>
              <a:t>number of dimensions</a:t>
            </a:r>
          </a:p>
          <a:p>
            <a:pPr lvl="1"/>
            <a:r>
              <a:rPr lang="en-US" sz="2800" b="1" dirty="0"/>
              <a:t>shape: </a:t>
            </a:r>
            <a:r>
              <a:rPr lang="en-US" sz="2800" dirty="0"/>
              <a:t>size of each dimension</a:t>
            </a:r>
          </a:p>
          <a:p>
            <a:pPr lvl="1"/>
            <a:r>
              <a:rPr lang="en-US" sz="2800" b="1" dirty="0"/>
              <a:t>size: </a:t>
            </a:r>
            <a:r>
              <a:rPr lang="en-US" sz="2800" dirty="0"/>
              <a:t>total size of the array (number of elements)</a:t>
            </a:r>
          </a:p>
          <a:p>
            <a:pPr lvl="1"/>
            <a:r>
              <a:rPr lang="en-US" sz="2800" b="1" dirty="0" err="1"/>
              <a:t>dtype</a:t>
            </a:r>
            <a:r>
              <a:rPr lang="en-US" sz="2800" b="1" dirty="0"/>
              <a:t>: </a:t>
            </a:r>
            <a:r>
              <a:rPr lang="en-US" sz="2800" dirty="0"/>
              <a:t>data type</a:t>
            </a:r>
          </a:p>
          <a:p>
            <a:pPr lvl="1"/>
            <a:r>
              <a:rPr lang="en-US" sz="2800" b="1" dirty="0" err="1"/>
              <a:t>itemsize</a:t>
            </a:r>
            <a:r>
              <a:rPr lang="en-US" sz="2800" b="1" dirty="0"/>
              <a:t>: </a:t>
            </a:r>
            <a:r>
              <a:rPr lang="en-US" sz="2800" dirty="0"/>
              <a:t>size in bytes of one array element</a:t>
            </a:r>
          </a:p>
          <a:p>
            <a:pPr lvl="1"/>
            <a:r>
              <a:rPr lang="en-US" sz="2800" b="1" dirty="0" err="1"/>
              <a:t>nbytes</a:t>
            </a:r>
            <a:r>
              <a:rPr lang="en-US" sz="2800" b="1" dirty="0"/>
              <a:t>: </a:t>
            </a:r>
            <a:r>
              <a:rPr lang="en-US" sz="2800" dirty="0"/>
              <a:t>total size of array in bytes (</a:t>
            </a:r>
            <a:r>
              <a:rPr lang="en-US" sz="2800" dirty="0" err="1"/>
              <a:t>itemsize</a:t>
            </a:r>
            <a:r>
              <a:rPr lang="en-US" sz="2800" dirty="0"/>
              <a:t> * size)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7B5D5-2962-4F20-ABBC-EA642B68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3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73E8-6B6F-4B43-80A3-757C26917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7489"/>
            <a:ext cx="10160000" cy="718420"/>
          </a:xfrm>
        </p:spPr>
        <p:txBody>
          <a:bodyPr/>
          <a:lstStyle/>
          <a:p>
            <a:r>
              <a:rPr lang="en-US"/>
              <a:t>Uniform Distribution in a </a:t>
            </a:r>
            <a:r>
              <a:rPr lang="en-US" err="1"/>
              <a:t>Numpy</a:t>
            </a:r>
            <a:r>
              <a:rPr lang="en-US"/>
              <a:t>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B37CC-95DC-4B80-A7C1-862905FBB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01213"/>
            <a:ext cx="10160000" cy="5375787"/>
          </a:xfrm>
        </p:spPr>
        <p:txBody>
          <a:bodyPr>
            <a:normAutofit/>
          </a:bodyPr>
          <a:lstStyle/>
          <a:p>
            <a:r>
              <a:rPr lang="en-US" sz="2600"/>
              <a:t>The </a:t>
            </a:r>
            <a:r>
              <a:rPr lang="en-US" sz="2600" err="1"/>
              <a:t>random.randint</a:t>
            </a:r>
            <a:r>
              <a:rPr lang="en-US" sz="2600"/>
              <a:t> creates a NumPy array of random integers as part of a uniform distribution (probability of all values is the same)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7B5D5-2962-4F20-ABBC-EA642B68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26DF83-11D3-40F3-A96A-FDBE261783E0}"/>
              </a:ext>
            </a:extLst>
          </p:cNvPr>
          <p:cNvSpPr/>
          <p:nvPr/>
        </p:nvSpPr>
        <p:spPr>
          <a:xfrm>
            <a:off x="2060294" y="2507086"/>
            <a:ext cx="870930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/>
              <a:t>Parameters</a:t>
            </a:r>
          </a:p>
          <a:p>
            <a:r>
              <a:rPr lang="en-US" sz="1600"/>
              <a:t>low: int or array-like of </a:t>
            </a:r>
            <a:r>
              <a:rPr lang="en-US" sz="1600" err="1"/>
              <a:t>ints</a:t>
            </a:r>
            <a:endParaRPr lang="en-US" sz="1600"/>
          </a:p>
          <a:p>
            <a:r>
              <a:rPr lang="en-US" sz="1600"/>
              <a:t>    Lowest (signed) integers to be drawn from the distribution </a:t>
            </a:r>
            <a:br>
              <a:rPr lang="en-US" sz="1600"/>
            </a:br>
            <a:r>
              <a:rPr lang="en-US" sz="1600"/>
              <a:t>    (unless high=None, in which case this parameter is one above the highest such integer).</a:t>
            </a:r>
          </a:p>
          <a:p>
            <a:r>
              <a:rPr lang="en-US" sz="1600"/>
              <a:t>high: int or array-like of </a:t>
            </a:r>
            <a:r>
              <a:rPr lang="en-US" sz="1600" err="1"/>
              <a:t>ints</a:t>
            </a:r>
            <a:r>
              <a:rPr lang="en-US" sz="1600"/>
              <a:t>, optional</a:t>
            </a:r>
          </a:p>
          <a:p>
            <a:r>
              <a:rPr lang="en-US" sz="1600"/>
              <a:t>    If provided, one above the largest (signed) integer to be drawn from the distribution</a:t>
            </a:r>
            <a:br>
              <a:rPr lang="en-US" sz="1600"/>
            </a:br>
            <a:r>
              <a:rPr lang="en-US" sz="1600"/>
              <a:t>    (see above for behavior if high=None). If array-like, must contain integer values</a:t>
            </a:r>
          </a:p>
          <a:p>
            <a:r>
              <a:rPr lang="en-US" sz="1600"/>
              <a:t>size: int or tuple of </a:t>
            </a:r>
            <a:r>
              <a:rPr lang="en-US" sz="1600" err="1"/>
              <a:t>ints</a:t>
            </a:r>
            <a:r>
              <a:rPr lang="en-US" sz="1600"/>
              <a:t>, optional</a:t>
            </a:r>
          </a:p>
          <a:p>
            <a:r>
              <a:rPr lang="en-US" sz="1600"/>
              <a:t>    Output shape. If the given shape is, e.g., (m, n, k), then m * n * k samples are drawn. </a:t>
            </a:r>
            <a:br>
              <a:rPr lang="en-US" sz="1600"/>
            </a:br>
            <a:r>
              <a:rPr lang="en-US" sz="1600"/>
              <a:t>    Default is None, in which case a single value is returned.</a:t>
            </a:r>
          </a:p>
          <a:p>
            <a:r>
              <a:rPr lang="en-US" sz="1600" err="1"/>
              <a:t>dtype</a:t>
            </a:r>
            <a:r>
              <a:rPr lang="en-US" sz="1600"/>
              <a:t>: </a:t>
            </a:r>
            <a:r>
              <a:rPr lang="en-US" sz="1600" err="1"/>
              <a:t>dtype</a:t>
            </a:r>
            <a:r>
              <a:rPr lang="en-US" sz="1600"/>
              <a:t>, optional</a:t>
            </a:r>
          </a:p>
          <a:p>
            <a:r>
              <a:rPr lang="en-US" sz="1600"/>
              <a:t>    Desired </a:t>
            </a:r>
            <a:r>
              <a:rPr lang="en-US" sz="1600" err="1"/>
              <a:t>dtype</a:t>
            </a:r>
            <a:r>
              <a:rPr lang="en-US" sz="1600"/>
              <a:t> of the result. </a:t>
            </a:r>
            <a:r>
              <a:rPr lang="en-US" sz="1600" err="1"/>
              <a:t>Byteorder</a:t>
            </a:r>
            <a:r>
              <a:rPr lang="en-US" sz="1600"/>
              <a:t> must be native. The default value is int.</a:t>
            </a:r>
          </a:p>
          <a:p>
            <a:endParaRPr lang="en-US" sz="1600"/>
          </a:p>
          <a:p>
            <a:r>
              <a:rPr lang="en-US" sz="1600" b="1"/>
              <a:t>Returns</a:t>
            </a:r>
          </a:p>
          <a:p>
            <a:r>
              <a:rPr lang="en-US" sz="1600"/>
              <a:t>out: int or </a:t>
            </a:r>
            <a:r>
              <a:rPr lang="en-US" sz="1600" err="1"/>
              <a:t>ndarray</a:t>
            </a:r>
            <a:r>
              <a:rPr lang="en-US" sz="1600"/>
              <a:t> of </a:t>
            </a:r>
            <a:r>
              <a:rPr lang="en-US" sz="1600" err="1"/>
              <a:t>ints</a:t>
            </a:r>
            <a:endParaRPr lang="en-US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14BA77-7C23-45ED-BF4B-D4470A940824}"/>
              </a:ext>
            </a:extLst>
          </p:cNvPr>
          <p:cNvSpPr/>
          <p:nvPr/>
        </p:nvSpPr>
        <p:spPr>
          <a:xfrm>
            <a:off x="992208" y="2031727"/>
            <a:ext cx="95838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numpy.random.randint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(low, high=None, size=None,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='l')</a:t>
            </a:r>
          </a:p>
        </p:txBody>
      </p:sp>
    </p:spTree>
    <p:extLst>
      <p:ext uri="{BB962C8B-B14F-4D97-AF65-F5344CB8AC3E}">
        <p14:creationId xmlns:p14="http://schemas.microsoft.com/office/powerpoint/2010/main" val="1196214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73E8-6B6F-4B43-80A3-757C26917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483"/>
            <a:ext cx="10160000" cy="787246"/>
          </a:xfrm>
        </p:spPr>
        <p:txBody>
          <a:bodyPr/>
          <a:lstStyle/>
          <a:p>
            <a:r>
              <a:rPr lang="en-US"/>
              <a:t>NumPy Array Attributes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7B5D5-2962-4F20-ABBC-EA642B68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DD309F-B81E-42C6-92D7-6E7CDE9F1F90}"/>
              </a:ext>
            </a:extLst>
          </p:cNvPr>
          <p:cNvSpPr/>
          <p:nvPr/>
        </p:nvSpPr>
        <p:spPr>
          <a:xfrm>
            <a:off x="865239" y="1119251"/>
            <a:ext cx="5102943" cy="54784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np.random.seed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(0) # seed random generator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x1 =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(10, size=6)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x2 =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(10, size=(3,4))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x3 =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(10, size=(3,4,5))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print("x1: ")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print(x1)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print("x1 </a:t>
            </a:r>
            <a:r>
              <a:rPr lang="en-US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ndim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: ", x1.ndim)</a:t>
            </a:r>
          </a:p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print("x1 shape: ", x1.shape)</a:t>
            </a:r>
          </a:p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print("x1 size: ", x1.size)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print("x2: ")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print(x2)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print("x2 </a:t>
            </a:r>
            <a:r>
              <a:rPr lang="en-US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ndim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: ", x2.ndim)</a:t>
            </a:r>
          </a:p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print("x2 shape: ", x2.shape)</a:t>
            </a:r>
          </a:p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print("x2 size: ", x2.size)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print("x3: ")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print(x3)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print("x3 </a:t>
            </a:r>
            <a:r>
              <a:rPr lang="en-US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ndim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: ", x3.ndim)</a:t>
            </a:r>
          </a:p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print("x3 shape: ", x3.shape)</a:t>
            </a:r>
          </a:p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print("x3 size: ", x3.size)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056CEC4-215C-4FEE-BA65-175F24FCF114}"/>
              </a:ext>
            </a:extLst>
          </p:cNvPr>
          <p:cNvGrpSpPr/>
          <p:nvPr/>
        </p:nvGrpSpPr>
        <p:grpSpPr>
          <a:xfrm>
            <a:off x="6371303" y="1119251"/>
            <a:ext cx="4181987" cy="5355312"/>
            <a:chOff x="6371303" y="1119251"/>
            <a:chExt cx="4181987" cy="53553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834B14-F1E8-45A1-B45F-8DA5BF348310}"/>
                </a:ext>
              </a:extLst>
            </p:cNvPr>
            <p:cNvSpPr/>
            <p:nvPr/>
          </p:nvSpPr>
          <p:spPr>
            <a:xfrm>
              <a:off x="8408907" y="1119251"/>
              <a:ext cx="2144383" cy="535531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numCol="1">
              <a:spAutoFit/>
            </a:bodyPr>
            <a:lstStyle/>
            <a:p>
              <a:r>
                <a:rPr lang="en-US" b="1"/>
                <a:t>x3: </a:t>
              </a:r>
            </a:p>
            <a:p>
              <a:r>
                <a:rPr lang="en-US" b="1"/>
                <a:t>[[[8 1 5 9 8]</a:t>
              </a:r>
            </a:p>
            <a:p>
              <a:r>
                <a:rPr lang="en-US" b="1"/>
                <a:t>  [9 4 3 0 3]</a:t>
              </a:r>
            </a:p>
            <a:p>
              <a:r>
                <a:rPr lang="en-US" b="1"/>
                <a:t>  [5 0 2 3 8]</a:t>
              </a:r>
            </a:p>
            <a:p>
              <a:r>
                <a:rPr lang="en-US" b="1"/>
                <a:t>  [1 3 3 3 7]]</a:t>
              </a:r>
            </a:p>
            <a:p>
              <a:endParaRPr lang="en-US" b="1"/>
            </a:p>
            <a:p>
              <a:r>
                <a:rPr lang="en-US" b="1"/>
                <a:t> [[0 1 9 9 0]</a:t>
              </a:r>
            </a:p>
            <a:p>
              <a:r>
                <a:rPr lang="en-US" b="1"/>
                <a:t>  [4 7 3 2 7]</a:t>
              </a:r>
            </a:p>
            <a:p>
              <a:r>
                <a:rPr lang="en-US" b="1"/>
                <a:t>  [2 0 0 4 5]</a:t>
              </a:r>
            </a:p>
            <a:p>
              <a:r>
                <a:rPr lang="en-US" b="1"/>
                <a:t>  [5 6 8 4 1]]</a:t>
              </a:r>
            </a:p>
            <a:p>
              <a:endParaRPr lang="en-US" b="1"/>
            </a:p>
            <a:p>
              <a:r>
                <a:rPr lang="en-US" b="1"/>
                <a:t> [[4 9 8 1 1]</a:t>
              </a:r>
            </a:p>
            <a:p>
              <a:r>
                <a:rPr lang="en-US" b="1"/>
                <a:t>  [7 9 9 3 6]</a:t>
              </a:r>
            </a:p>
            <a:p>
              <a:r>
                <a:rPr lang="en-US" b="1"/>
                <a:t>  [7 2 0 3 5]</a:t>
              </a:r>
            </a:p>
            <a:p>
              <a:r>
                <a:rPr lang="en-US" b="1"/>
                <a:t>  [9 4 4 6 4]]]</a:t>
              </a:r>
            </a:p>
            <a:p>
              <a:endParaRPr lang="en-US" b="1"/>
            </a:p>
            <a:p>
              <a:r>
                <a:rPr lang="en-US" b="1"/>
                <a:t>x3 </a:t>
              </a:r>
              <a:r>
                <a:rPr lang="en-US" b="1" err="1"/>
                <a:t>ndim</a:t>
              </a:r>
              <a:r>
                <a:rPr lang="en-US" b="1"/>
                <a:t>:  3</a:t>
              </a:r>
            </a:p>
            <a:p>
              <a:r>
                <a:rPr lang="en-US" b="1"/>
                <a:t>x3 shape:  (3, 4, 5)</a:t>
              </a:r>
            </a:p>
            <a:p>
              <a:r>
                <a:rPr lang="en-US" b="1"/>
                <a:t>x3 size:  60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1A9021-E5FA-45D0-A73A-2FF711246240}"/>
                </a:ext>
              </a:extLst>
            </p:cNvPr>
            <p:cNvSpPr/>
            <p:nvPr/>
          </p:nvSpPr>
          <p:spPr>
            <a:xfrm>
              <a:off x="6371303" y="1119251"/>
              <a:ext cx="2037604" cy="535531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numCol="1">
              <a:spAutoFit/>
            </a:bodyPr>
            <a:lstStyle/>
            <a:p>
              <a:r>
                <a:rPr lang="en-US" b="1"/>
                <a:t>x1: </a:t>
              </a:r>
            </a:p>
            <a:p>
              <a:r>
                <a:rPr lang="en-US" b="1"/>
                <a:t>[5 0 3 3 7 9]</a:t>
              </a:r>
            </a:p>
            <a:p>
              <a:endParaRPr lang="en-US" b="1"/>
            </a:p>
            <a:p>
              <a:r>
                <a:rPr lang="en-US" b="1"/>
                <a:t>x1 </a:t>
              </a:r>
              <a:r>
                <a:rPr lang="en-US" b="1" err="1"/>
                <a:t>ndim</a:t>
              </a:r>
              <a:r>
                <a:rPr lang="en-US" b="1"/>
                <a:t>:  1</a:t>
              </a:r>
            </a:p>
            <a:p>
              <a:r>
                <a:rPr lang="en-US" b="1"/>
                <a:t>x1 shape:  (6,)</a:t>
              </a:r>
            </a:p>
            <a:p>
              <a:r>
                <a:rPr lang="en-US" b="1"/>
                <a:t>x1 size:  6</a:t>
              </a:r>
            </a:p>
            <a:p>
              <a:endParaRPr lang="en-US" b="1"/>
            </a:p>
            <a:p>
              <a:r>
                <a:rPr lang="en-US" b="1"/>
                <a:t>x2: </a:t>
              </a:r>
            </a:p>
            <a:p>
              <a:r>
                <a:rPr lang="en-US" b="1"/>
                <a:t>[[3 5 2 4]</a:t>
              </a:r>
            </a:p>
            <a:p>
              <a:r>
                <a:rPr lang="en-US" b="1"/>
                <a:t> [7 6 8 8]</a:t>
              </a:r>
            </a:p>
            <a:p>
              <a:r>
                <a:rPr lang="en-US" b="1"/>
                <a:t> [1 6 7 7]]</a:t>
              </a:r>
            </a:p>
            <a:p>
              <a:endParaRPr lang="en-US" b="1"/>
            </a:p>
            <a:p>
              <a:r>
                <a:rPr lang="en-US" b="1"/>
                <a:t>x2 </a:t>
              </a:r>
              <a:r>
                <a:rPr lang="en-US" b="1" err="1"/>
                <a:t>ndim</a:t>
              </a:r>
              <a:r>
                <a:rPr lang="en-US" b="1"/>
                <a:t>:  2</a:t>
              </a:r>
            </a:p>
            <a:p>
              <a:r>
                <a:rPr lang="en-US" b="1"/>
                <a:t>x2 shape:  (3, 4)</a:t>
              </a:r>
            </a:p>
            <a:p>
              <a:r>
                <a:rPr lang="en-US" b="1"/>
                <a:t>x2 size:  12</a:t>
              </a:r>
            </a:p>
            <a:p>
              <a:endParaRPr lang="en-US" b="1"/>
            </a:p>
            <a:p>
              <a:endParaRPr lang="en-US" b="1"/>
            </a:p>
            <a:p>
              <a:endParaRPr lang="en-US" b="1"/>
            </a:p>
            <a:p>
              <a:endParaRPr lang="en-US" b="1"/>
            </a:p>
          </p:txBody>
        </p:sp>
      </p:grpSp>
    </p:spTree>
    <p:extLst>
      <p:ext uri="{BB962C8B-B14F-4D97-AF65-F5344CB8AC3E}">
        <p14:creationId xmlns:p14="http://schemas.microsoft.com/office/powerpoint/2010/main" val="3841289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E01B-51DA-448B-98B2-9E3F69522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5644"/>
            <a:ext cx="10160000" cy="875736"/>
          </a:xfrm>
        </p:spPr>
        <p:txBody>
          <a:bodyPr/>
          <a:lstStyle/>
          <a:p>
            <a:r>
              <a:rPr lang="en-US" sz="3600"/>
              <a:t>Array Indexing: Single Element, Single Dimension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73C6C-5FA6-4A2F-95E9-9AF2DF6B8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17523"/>
            <a:ext cx="10160000" cy="5159477"/>
          </a:xfrm>
        </p:spPr>
        <p:txBody>
          <a:bodyPr/>
          <a:lstStyle/>
          <a:p>
            <a:r>
              <a:rPr lang="en-US" sz="2800"/>
              <a:t>NumPy array indexing is similar to Python list indexing, both for accessing and setting single elements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69277-CD3A-432A-94D3-2CF63A905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16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83215A-4611-41BF-86C2-0CFFF4298249}"/>
              </a:ext>
            </a:extLst>
          </p:cNvPr>
          <p:cNvGrpSpPr/>
          <p:nvPr/>
        </p:nvGrpSpPr>
        <p:grpSpPr>
          <a:xfrm>
            <a:off x="1791252" y="2656794"/>
            <a:ext cx="7144025" cy="2031325"/>
            <a:chOff x="975852" y="2241296"/>
            <a:chExt cx="5350503" cy="18086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B5B5385-8066-4FE7-B389-900C52C3313F}"/>
                </a:ext>
              </a:extLst>
            </p:cNvPr>
            <p:cNvSpPr/>
            <p:nvPr/>
          </p:nvSpPr>
          <p:spPr>
            <a:xfrm>
              <a:off x="975852" y="2241296"/>
              <a:ext cx="3500283" cy="180865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print(x1)</a:t>
              </a:r>
            </a:p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print(x1[0])</a:t>
              </a:r>
            </a:p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print(x1[4])</a:t>
              </a:r>
            </a:p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print(x1[-1])</a:t>
              </a:r>
            </a:p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print(x1[-2])</a:t>
              </a:r>
            </a:p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x1[0] = 3.14159 # will truncate</a:t>
              </a:r>
            </a:p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print(x1)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D0A5D6-BF87-4A09-AB7A-24C57CFBE723}"/>
                </a:ext>
              </a:extLst>
            </p:cNvPr>
            <p:cNvSpPr/>
            <p:nvPr/>
          </p:nvSpPr>
          <p:spPr>
            <a:xfrm>
              <a:off x="4476135" y="2241296"/>
              <a:ext cx="1850220" cy="180865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>
                  <a:cs typeface="Courier New" panose="02070309020205020404" pitchFamily="49" charset="0"/>
                </a:rPr>
                <a:t>[5 0 3 3 7 9]</a:t>
              </a:r>
            </a:p>
            <a:p>
              <a:r>
                <a:rPr lang="en-US" b="1">
                  <a:cs typeface="Courier New" panose="02070309020205020404" pitchFamily="49" charset="0"/>
                </a:rPr>
                <a:t>5</a:t>
              </a:r>
            </a:p>
            <a:p>
              <a:r>
                <a:rPr lang="en-US" b="1">
                  <a:cs typeface="Courier New" panose="02070309020205020404" pitchFamily="49" charset="0"/>
                </a:rPr>
                <a:t>7</a:t>
              </a:r>
            </a:p>
            <a:p>
              <a:r>
                <a:rPr lang="en-US" b="1">
                  <a:cs typeface="Courier New" panose="02070309020205020404" pitchFamily="49" charset="0"/>
                </a:rPr>
                <a:t>9</a:t>
              </a:r>
            </a:p>
            <a:p>
              <a:r>
                <a:rPr lang="en-US" b="1">
                  <a:cs typeface="Courier New" panose="02070309020205020404" pitchFamily="49" charset="0"/>
                </a:rPr>
                <a:t>7</a:t>
              </a:r>
            </a:p>
            <a:p>
              <a:endParaRPr lang="en-US" b="1">
                <a:cs typeface="Courier New" panose="02070309020205020404" pitchFamily="49" charset="0"/>
              </a:endParaRPr>
            </a:p>
            <a:p>
              <a:r>
                <a:rPr lang="en-US" b="1">
                  <a:cs typeface="Courier New" panose="02070309020205020404" pitchFamily="49" charset="0"/>
                </a:rPr>
                <a:t>[3 0 3 3 7 9]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4551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E01B-51DA-448B-98B2-9E3F69522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5644"/>
            <a:ext cx="10160000" cy="875736"/>
          </a:xfrm>
        </p:spPr>
        <p:txBody>
          <a:bodyPr/>
          <a:lstStyle/>
          <a:p>
            <a:r>
              <a:rPr lang="en-US" sz="3600"/>
              <a:t>Array Indexing: Single Element, Multi-Dimension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73C6C-5FA6-4A2F-95E9-9AF2DF6B8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17523"/>
            <a:ext cx="10160000" cy="5159477"/>
          </a:xfrm>
        </p:spPr>
        <p:txBody>
          <a:bodyPr/>
          <a:lstStyle/>
          <a:p>
            <a:pPr marL="11430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69277-CD3A-432A-94D3-2CF63A905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17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83215A-4611-41BF-86C2-0CFFF4298249}"/>
              </a:ext>
            </a:extLst>
          </p:cNvPr>
          <p:cNvGrpSpPr/>
          <p:nvPr/>
        </p:nvGrpSpPr>
        <p:grpSpPr>
          <a:xfrm>
            <a:off x="1016000" y="2348975"/>
            <a:ext cx="9347200" cy="2677657"/>
            <a:chOff x="975852" y="2241296"/>
            <a:chExt cx="7000566" cy="238413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B5B5385-8066-4FE7-B389-900C52C3313F}"/>
                </a:ext>
              </a:extLst>
            </p:cNvPr>
            <p:cNvSpPr/>
            <p:nvPr/>
          </p:nvSpPr>
          <p:spPr>
            <a:xfrm>
              <a:off x="975852" y="2241296"/>
              <a:ext cx="3500283" cy="238413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b="1">
                  <a:latin typeface="Courier New" panose="02070309020205020404" pitchFamily="49" charset="0"/>
                  <a:cs typeface="Courier New" panose="02070309020205020404" pitchFamily="49" charset="0"/>
                </a:rPr>
                <a:t>print(x2)</a:t>
              </a:r>
            </a:p>
            <a:p>
              <a:endParaRPr lang="en-US" sz="24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sz="24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sz="24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2400" b="1">
                  <a:latin typeface="Courier New" panose="02070309020205020404" pitchFamily="49" charset="0"/>
                  <a:cs typeface="Courier New" panose="02070309020205020404" pitchFamily="49" charset="0"/>
                </a:rPr>
                <a:t>print(x2[0,0])</a:t>
              </a:r>
            </a:p>
            <a:p>
              <a:r>
                <a:rPr lang="en-US" sz="2400" b="1">
                  <a:latin typeface="Courier New" panose="02070309020205020404" pitchFamily="49" charset="0"/>
                  <a:cs typeface="Courier New" panose="02070309020205020404" pitchFamily="49" charset="0"/>
                </a:rPr>
                <a:t>print(x2[2,0])</a:t>
              </a:r>
            </a:p>
            <a:p>
              <a:r>
                <a:rPr lang="en-US" sz="2400" b="1">
                  <a:latin typeface="Courier New" panose="02070309020205020404" pitchFamily="49" charset="0"/>
                  <a:cs typeface="Courier New" panose="02070309020205020404" pitchFamily="49" charset="0"/>
                </a:rPr>
                <a:t>print(x2[2,-1])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D0A5D6-BF87-4A09-AB7A-24C57CFBE723}"/>
                </a:ext>
              </a:extLst>
            </p:cNvPr>
            <p:cNvSpPr/>
            <p:nvPr/>
          </p:nvSpPr>
          <p:spPr>
            <a:xfrm>
              <a:off x="4476135" y="2241296"/>
              <a:ext cx="3500283" cy="238413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b="1">
                  <a:cs typeface="Courier New" panose="02070309020205020404" pitchFamily="49" charset="0"/>
                </a:rPr>
                <a:t>[[3 5 2 4]</a:t>
              </a:r>
            </a:p>
            <a:p>
              <a:r>
                <a:rPr lang="en-US" sz="2400" b="1">
                  <a:cs typeface="Courier New" panose="02070309020205020404" pitchFamily="49" charset="0"/>
                </a:rPr>
                <a:t> [7 6 8 8]</a:t>
              </a:r>
            </a:p>
            <a:p>
              <a:r>
                <a:rPr lang="en-US" sz="2400" b="1">
                  <a:cs typeface="Courier New" panose="02070309020205020404" pitchFamily="49" charset="0"/>
                </a:rPr>
                <a:t> [1 6 7 7]]</a:t>
              </a:r>
            </a:p>
            <a:p>
              <a:endParaRPr lang="en-US" sz="2400" b="1">
                <a:cs typeface="Courier New" panose="02070309020205020404" pitchFamily="49" charset="0"/>
              </a:endParaRPr>
            </a:p>
            <a:p>
              <a:r>
                <a:rPr lang="en-US" sz="2400" b="1">
                  <a:cs typeface="Courier New" panose="02070309020205020404" pitchFamily="49" charset="0"/>
                </a:rPr>
                <a:t>3</a:t>
              </a:r>
            </a:p>
            <a:p>
              <a:r>
                <a:rPr lang="en-US" sz="2400" b="1">
                  <a:cs typeface="Courier New" panose="02070309020205020404" pitchFamily="49" charset="0"/>
                </a:rPr>
                <a:t>1</a:t>
              </a:r>
            </a:p>
            <a:p>
              <a:r>
                <a:rPr lang="en-US" sz="2400" b="1">
                  <a:cs typeface="Courier New" panose="02070309020205020404" pitchFamily="49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1046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1DCD6-98A2-4182-B0D4-EDFA9F514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490"/>
            <a:ext cx="10160000" cy="997571"/>
          </a:xfrm>
        </p:spPr>
        <p:txBody>
          <a:bodyPr/>
          <a:lstStyle/>
          <a:p>
            <a:r>
              <a:rPr lang="en-US"/>
              <a:t>Array Slicing: One Dimension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EB79E-77EC-4589-B019-A96B6C1D5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32204"/>
            <a:ext cx="10160000" cy="5343939"/>
          </a:xfrm>
        </p:spPr>
        <p:txBody>
          <a:bodyPr/>
          <a:lstStyle/>
          <a:p>
            <a:r>
              <a:rPr lang="en-US" sz="2400"/>
              <a:t>NumPy slicing syntax follows that of the standard Python list</a:t>
            </a:r>
          </a:p>
          <a:p>
            <a:r>
              <a:rPr lang="en-US" sz="2400"/>
              <a:t>To access a slice of an array x, use x[</a:t>
            </a:r>
            <a:r>
              <a:rPr lang="en-US" sz="2400" err="1"/>
              <a:t>start:stop:step</a:t>
            </a:r>
            <a:r>
              <a:rPr lang="en-US" sz="2400"/>
              <a:t>]</a:t>
            </a:r>
          </a:p>
          <a:p>
            <a:pPr lvl="1"/>
            <a:r>
              <a:rPr lang="en-US" sz="2200"/>
              <a:t>If any of these are unspecified, they default to the values</a:t>
            </a:r>
            <a:endParaRPr lang="en-US" sz="1600"/>
          </a:p>
          <a:p>
            <a:pPr marL="1828800" indent="0">
              <a:buNone/>
            </a:pPr>
            <a:r>
              <a:rPr lang="en-US"/>
              <a:t>start=0, stop=size of dimension, step=1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1A2ED-C9E1-49CE-92C7-0B1CF2A5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18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204201F-4176-42DB-B794-013E07713619}"/>
              </a:ext>
            </a:extLst>
          </p:cNvPr>
          <p:cNvGrpSpPr/>
          <p:nvPr/>
        </p:nvGrpSpPr>
        <p:grpSpPr>
          <a:xfrm>
            <a:off x="944218" y="3273846"/>
            <a:ext cx="9352722" cy="2246769"/>
            <a:chOff x="1155776" y="3651533"/>
            <a:chExt cx="5628709" cy="224676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6A7B92A-8BE7-42A2-992C-935B6B3566F2}"/>
                </a:ext>
              </a:extLst>
            </p:cNvPr>
            <p:cNvSpPr/>
            <p:nvPr/>
          </p:nvSpPr>
          <p:spPr>
            <a:xfrm>
              <a:off x="1155776" y="3651533"/>
              <a:ext cx="5628709" cy="22467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000">
                  <a:latin typeface="Courier New" panose="02070309020205020404" pitchFamily="49" charset="0"/>
                  <a:cs typeface="Courier New" panose="02070309020205020404" pitchFamily="49" charset="0"/>
                </a:rPr>
                <a:t># slicing</a:t>
              </a:r>
            </a:p>
            <a:p>
              <a:r>
                <a:rPr lang="en-US" sz="2000">
                  <a:latin typeface="Courier New" panose="02070309020205020404" pitchFamily="49" charset="0"/>
                  <a:cs typeface="Courier New" panose="02070309020205020404" pitchFamily="49" charset="0"/>
                </a:rPr>
                <a:t>print(x1)</a:t>
              </a:r>
            </a:p>
            <a:p>
              <a:r>
                <a:rPr lang="en-US" sz="2000">
                  <a:latin typeface="Courier New" panose="02070309020205020404" pitchFamily="49" charset="0"/>
                  <a:cs typeface="Courier New" panose="02070309020205020404" pitchFamily="49" charset="0"/>
                </a:rPr>
                <a:t>print(x1[:3])   # up to index 3 (excl)</a:t>
              </a:r>
            </a:p>
            <a:p>
              <a:r>
                <a:rPr lang="en-US" sz="2000">
                  <a:latin typeface="Courier New" panose="02070309020205020404" pitchFamily="49" charset="0"/>
                  <a:cs typeface="Courier New" panose="02070309020205020404" pitchFamily="49" charset="0"/>
                </a:rPr>
                <a:t>print(x1[3:])   # start at index 3</a:t>
              </a:r>
            </a:p>
            <a:p>
              <a:r>
                <a:rPr lang="en-US" sz="2000">
                  <a:latin typeface="Courier New" panose="02070309020205020404" pitchFamily="49" charset="0"/>
                  <a:cs typeface="Courier New" panose="02070309020205020404" pitchFamily="49" charset="0"/>
                </a:rPr>
                <a:t>print(x1[2:5])  # element index 2 - 4</a:t>
              </a:r>
            </a:p>
            <a:p>
              <a:r>
                <a:rPr lang="en-US" sz="2000">
                  <a:latin typeface="Courier New" panose="02070309020205020404" pitchFamily="49" charset="0"/>
                  <a:cs typeface="Courier New" panose="02070309020205020404" pitchFamily="49" charset="0"/>
                </a:rPr>
                <a:t>print(x1[::2])  # every other element</a:t>
              </a:r>
            </a:p>
            <a:p>
              <a:r>
                <a:rPr lang="en-US" sz="2000">
                  <a:latin typeface="Courier New" panose="02070309020205020404" pitchFamily="49" charset="0"/>
                  <a:cs typeface="Courier New" panose="02070309020205020404" pitchFamily="49" charset="0"/>
                </a:rPr>
                <a:t>print(x1[::-1]) # reverse all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B11814-5C4C-4A08-AD03-0C59AD02C45B}"/>
                </a:ext>
              </a:extLst>
            </p:cNvPr>
            <p:cNvSpPr/>
            <p:nvPr/>
          </p:nvSpPr>
          <p:spPr>
            <a:xfrm>
              <a:off x="4799534" y="3959310"/>
              <a:ext cx="1460022" cy="193899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000" b="1"/>
                <a:t>[5 0 3 3 7 9]</a:t>
              </a:r>
            </a:p>
            <a:p>
              <a:r>
                <a:rPr lang="en-US" sz="2000" b="1"/>
                <a:t>[5 0 3]</a:t>
              </a:r>
            </a:p>
            <a:p>
              <a:r>
                <a:rPr lang="en-US" sz="2000" b="1"/>
                <a:t>[3 7 9]</a:t>
              </a:r>
            </a:p>
            <a:p>
              <a:r>
                <a:rPr lang="en-US" sz="2000" b="1"/>
                <a:t>[3 3 7]</a:t>
              </a:r>
            </a:p>
            <a:p>
              <a:r>
                <a:rPr lang="en-US" sz="2000" b="1"/>
                <a:t>[5 3 7]</a:t>
              </a:r>
            </a:p>
            <a:p>
              <a:r>
                <a:rPr lang="en-US" sz="2000" b="1"/>
                <a:t>[9 7 3 3 0 5]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8633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1DCD6-98A2-4182-B0D4-EDFA9F514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490"/>
            <a:ext cx="10160000" cy="997571"/>
          </a:xfrm>
        </p:spPr>
        <p:txBody>
          <a:bodyPr/>
          <a:lstStyle/>
          <a:p>
            <a:r>
              <a:rPr lang="en-US"/>
              <a:t>Array Slicing: Multi-Dimension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EB79E-77EC-4589-B019-A96B6C1D5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32204"/>
            <a:ext cx="10160000" cy="5343939"/>
          </a:xfrm>
        </p:spPr>
        <p:txBody>
          <a:bodyPr/>
          <a:lstStyle/>
          <a:p>
            <a:r>
              <a:rPr lang="en-US" sz="2800"/>
              <a:t>Multiple-dimension slices are separated by commas</a:t>
            </a:r>
          </a:p>
          <a:p>
            <a:pPr marL="914400" indent="0">
              <a:buNone/>
            </a:pPr>
            <a:endParaRPr lang="en-US"/>
          </a:p>
          <a:p>
            <a:pPr marL="91440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1A2ED-C9E1-49CE-92C7-0B1CF2A5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19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A7B92A-8BE7-42A2-992C-935B6B3566F2}"/>
              </a:ext>
            </a:extLst>
          </p:cNvPr>
          <p:cNvSpPr/>
          <p:nvPr/>
        </p:nvSpPr>
        <p:spPr>
          <a:xfrm>
            <a:off x="1071294" y="1891634"/>
            <a:ext cx="7506176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# multi-slicing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print(x2)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print(x2[:2, :3]) # 2 rows, 3 columns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print(x2[:3, ::2]) # all rows, every other column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print(x2[::-1, ::-1]) # reverse rows and columns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B11814-5C4C-4A08-AD03-0C59AD02C45B}"/>
              </a:ext>
            </a:extLst>
          </p:cNvPr>
          <p:cNvSpPr/>
          <p:nvPr/>
        </p:nvSpPr>
        <p:spPr>
          <a:xfrm>
            <a:off x="8782289" y="1891634"/>
            <a:ext cx="1674191" cy="440120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/>
              <a:t>[[3 5 2 4]</a:t>
            </a:r>
          </a:p>
          <a:p>
            <a:r>
              <a:rPr lang="en-US" sz="2000" b="1"/>
              <a:t> [7 6 8 8]</a:t>
            </a:r>
          </a:p>
          <a:p>
            <a:r>
              <a:rPr lang="en-US" sz="2000" b="1"/>
              <a:t> [1 6 7 7]]</a:t>
            </a:r>
          </a:p>
          <a:p>
            <a:endParaRPr lang="en-US" sz="2000" b="1"/>
          </a:p>
          <a:p>
            <a:r>
              <a:rPr lang="en-US" sz="2000" b="1"/>
              <a:t>[[3 5 2]</a:t>
            </a:r>
          </a:p>
          <a:p>
            <a:r>
              <a:rPr lang="en-US" sz="2000" b="1"/>
              <a:t> [7 6 8]]</a:t>
            </a:r>
          </a:p>
          <a:p>
            <a:endParaRPr lang="en-US" sz="2000" b="1"/>
          </a:p>
          <a:p>
            <a:r>
              <a:rPr lang="en-US" sz="2000" b="1"/>
              <a:t>[[3 2]</a:t>
            </a:r>
          </a:p>
          <a:p>
            <a:r>
              <a:rPr lang="en-US" sz="2000" b="1"/>
              <a:t> [7 8]</a:t>
            </a:r>
          </a:p>
          <a:p>
            <a:r>
              <a:rPr lang="en-US" sz="2000" b="1"/>
              <a:t> [1 7]]</a:t>
            </a:r>
          </a:p>
          <a:p>
            <a:endParaRPr lang="en-US" sz="2000" b="1"/>
          </a:p>
          <a:p>
            <a:r>
              <a:rPr lang="en-US" sz="2000" b="1"/>
              <a:t>[[7 7 6 1]</a:t>
            </a:r>
          </a:p>
          <a:p>
            <a:r>
              <a:rPr lang="en-US" sz="2000" b="1"/>
              <a:t> [8 8 6 7]</a:t>
            </a:r>
          </a:p>
          <a:p>
            <a:r>
              <a:rPr lang="en-US" sz="2000" b="1"/>
              <a:t> [4 2 5 3]]</a:t>
            </a:r>
          </a:p>
        </p:txBody>
      </p:sp>
    </p:spTree>
    <p:extLst>
      <p:ext uri="{BB962C8B-B14F-4D97-AF65-F5344CB8AC3E}">
        <p14:creationId xmlns:p14="http://schemas.microsoft.com/office/powerpoint/2010/main" val="2161593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86880-9019-4CEE-BFF1-8480DD949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5368"/>
            <a:ext cx="10160000" cy="888240"/>
          </a:xfrm>
        </p:spPr>
        <p:txBody>
          <a:bodyPr/>
          <a:lstStyle/>
          <a:p>
            <a:r>
              <a:rPr lang="en-US"/>
              <a:t>Accessing Array Rows and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3B2D3-6BF4-4E09-9F86-7C76DDF3F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513"/>
            <a:ext cx="10160000" cy="5254487"/>
          </a:xfrm>
        </p:spPr>
        <p:txBody>
          <a:bodyPr/>
          <a:lstStyle/>
          <a:p>
            <a:r>
              <a:rPr lang="en-US" sz="2800"/>
              <a:t>Combine indexing and slicing to access an entire row or column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54277-C7D2-4088-84F3-1F5C4F8A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20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6036DC-EBC9-49E2-8547-75130DBB2A45}"/>
              </a:ext>
            </a:extLst>
          </p:cNvPr>
          <p:cNvSpPr/>
          <p:nvPr/>
        </p:nvSpPr>
        <p:spPr>
          <a:xfrm>
            <a:off x="8845825" y="2538533"/>
            <a:ext cx="1811683" cy="224676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/>
              <a:t>[[3 5 2 4]</a:t>
            </a:r>
          </a:p>
          <a:p>
            <a:r>
              <a:rPr lang="en-US" sz="2000"/>
              <a:t> [7 6 8 8]</a:t>
            </a:r>
          </a:p>
          <a:p>
            <a:r>
              <a:rPr lang="en-US" sz="2000"/>
              <a:t> [1 6 7 7]]</a:t>
            </a:r>
          </a:p>
          <a:p>
            <a:endParaRPr lang="en-US" sz="2000"/>
          </a:p>
          <a:p>
            <a:r>
              <a:rPr lang="en-US" sz="2000"/>
              <a:t>[3 7 1]</a:t>
            </a:r>
          </a:p>
          <a:p>
            <a:r>
              <a:rPr lang="en-US" sz="2000"/>
              <a:t>[3 5 2 4]</a:t>
            </a:r>
          </a:p>
          <a:p>
            <a:r>
              <a:rPr lang="en-US" sz="2000"/>
              <a:t>[3 5 2 4]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CE3A50-B0E7-4E99-AB65-C97097890FC1}"/>
              </a:ext>
            </a:extLst>
          </p:cNvPr>
          <p:cNvSpPr/>
          <p:nvPr/>
        </p:nvSpPr>
        <p:spPr>
          <a:xfrm>
            <a:off x="812247" y="2549072"/>
            <a:ext cx="7921486" cy="22467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print(x2)</a:t>
            </a:r>
          </a:p>
          <a:p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print(x2[:, 0])  # first column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print(x2[0, :])  # first row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print(x2[0])     # first row (can omit : for row)</a:t>
            </a:r>
          </a:p>
        </p:txBody>
      </p:sp>
    </p:spTree>
    <p:extLst>
      <p:ext uri="{BB962C8B-B14F-4D97-AF65-F5344CB8AC3E}">
        <p14:creationId xmlns:p14="http://schemas.microsoft.com/office/powerpoint/2010/main" val="3684298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80A8-E8FD-4A46-B1F0-E800A71B7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927997"/>
          </a:xfrm>
        </p:spPr>
        <p:txBody>
          <a:bodyPr/>
          <a:lstStyle/>
          <a:p>
            <a:r>
              <a:rPr lang="en-US"/>
              <a:t>NumPy Arrays as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11C40-5AFF-4591-A347-39BE72F86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16335"/>
            <a:ext cx="10160000" cy="5160666"/>
          </a:xfrm>
        </p:spPr>
        <p:txBody>
          <a:bodyPr/>
          <a:lstStyle/>
          <a:p>
            <a:r>
              <a:rPr lang="en-US"/>
              <a:t>In contrast to lists, which slice as </a:t>
            </a:r>
            <a:r>
              <a:rPr lang="en-US" u="sng"/>
              <a:t>copies</a:t>
            </a:r>
            <a:r>
              <a:rPr lang="en-US"/>
              <a:t>, </a:t>
            </a:r>
            <a:r>
              <a:rPr lang="en-US" err="1"/>
              <a:t>numpy</a:t>
            </a:r>
            <a:r>
              <a:rPr lang="en-US"/>
              <a:t> arrays slice as </a:t>
            </a:r>
            <a:r>
              <a:rPr lang="en-US" u="sng"/>
              <a:t>views</a:t>
            </a:r>
          </a:p>
          <a:p>
            <a:pPr lvl="1"/>
            <a:r>
              <a:rPr lang="en-US"/>
              <a:t>Modifications to a </a:t>
            </a:r>
            <a:r>
              <a:rPr lang="en-US" err="1"/>
              <a:t>numpy</a:t>
            </a:r>
            <a:r>
              <a:rPr lang="en-US"/>
              <a:t> array slice modifies original data in place vs.  modifying a copy of the data, improving performance</a:t>
            </a:r>
          </a:p>
          <a:p>
            <a:pPr lvl="1"/>
            <a:r>
              <a:rPr lang="en-US"/>
              <a:t>Use </a:t>
            </a:r>
            <a:r>
              <a:rPr lang="en-US" err="1"/>
              <a:t>array.copy</a:t>
            </a:r>
            <a:r>
              <a:rPr lang="en-US"/>
              <a:t>() as necessary, e.g. to back up original data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8E83C-8D97-46AB-94CE-688F687A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5EF424-D8A2-48CB-8411-5D64C1644025}"/>
              </a:ext>
            </a:extLst>
          </p:cNvPr>
          <p:cNvSpPr/>
          <p:nvPr/>
        </p:nvSpPr>
        <p:spPr>
          <a:xfrm>
            <a:off x="7893102" y="2436344"/>
            <a:ext cx="2476798" cy="397031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/>
              <a:t>current x2:</a:t>
            </a:r>
          </a:p>
          <a:p>
            <a:r>
              <a:rPr lang="en-US"/>
              <a:t>[[3 5 2 4]</a:t>
            </a:r>
          </a:p>
          <a:p>
            <a:r>
              <a:rPr lang="en-US"/>
              <a:t> [7 6 8 8]</a:t>
            </a:r>
          </a:p>
          <a:p>
            <a:r>
              <a:rPr lang="en-US"/>
              <a:t> [1 6 7 7]]</a:t>
            </a:r>
          </a:p>
          <a:p>
            <a:r>
              <a:rPr lang="en-US" b="1"/>
              <a:t>x2_sub:</a:t>
            </a:r>
          </a:p>
          <a:p>
            <a:r>
              <a:rPr lang="en-US"/>
              <a:t>[[3 5]</a:t>
            </a:r>
          </a:p>
          <a:p>
            <a:r>
              <a:rPr lang="en-US"/>
              <a:t> [7 6]]</a:t>
            </a:r>
          </a:p>
          <a:p>
            <a:r>
              <a:rPr lang="en-US" b="1"/>
              <a:t>x2_sub modified:</a:t>
            </a:r>
          </a:p>
          <a:p>
            <a:r>
              <a:rPr lang="en-US"/>
              <a:t>[[</a:t>
            </a:r>
            <a:r>
              <a:rPr lang="en-US" b="1"/>
              <a:t>99</a:t>
            </a:r>
            <a:r>
              <a:rPr lang="en-US"/>
              <a:t>  5]</a:t>
            </a:r>
          </a:p>
          <a:p>
            <a:r>
              <a:rPr lang="en-US"/>
              <a:t> [ 7  6]]</a:t>
            </a:r>
          </a:p>
          <a:p>
            <a:r>
              <a:rPr lang="en-US" b="1"/>
              <a:t>x2 modified:</a:t>
            </a:r>
          </a:p>
          <a:p>
            <a:r>
              <a:rPr lang="en-US"/>
              <a:t>[[</a:t>
            </a:r>
            <a:r>
              <a:rPr lang="en-US" b="1"/>
              <a:t>99</a:t>
            </a:r>
            <a:r>
              <a:rPr lang="en-US"/>
              <a:t>  5  2  4]</a:t>
            </a:r>
          </a:p>
          <a:p>
            <a:r>
              <a:rPr lang="en-US"/>
              <a:t> [ 7  6  8  8]</a:t>
            </a:r>
          </a:p>
          <a:p>
            <a:r>
              <a:rPr lang="en-US"/>
              <a:t> [ 1  6  7  7]]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FC7A45-6E6C-4632-9EA4-D4C50E2A47ED}"/>
              </a:ext>
            </a:extLst>
          </p:cNvPr>
          <p:cNvSpPr/>
          <p:nvPr/>
        </p:nvSpPr>
        <p:spPr>
          <a:xfrm>
            <a:off x="1377303" y="2990342"/>
            <a:ext cx="6096000" cy="34163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print('current x2:')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print(x2)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x2bak = x2.copy()    # back up x2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x2_sub = x2[:2, :2]  # slice x2 into x2_sub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print('x2_sub:')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print(x2_sub)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x2_sub[0, 0]= 99     # modify x2_sub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print('x2_sub modified:')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print(x2_sub)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print('x2 modified:')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print(x2)</a:t>
            </a:r>
          </a:p>
          <a:p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x2 = x2bak.copy()    # restore original x2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059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DA188-C4DB-45D3-893B-0577150AD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4058"/>
            <a:ext cx="10160000" cy="931164"/>
          </a:xfrm>
        </p:spPr>
        <p:txBody>
          <a:bodyPr/>
          <a:lstStyle/>
          <a:p>
            <a:r>
              <a:rPr lang="en-US"/>
              <a:t>Reshaping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DC484-5543-4544-AC8F-56445A6F3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513"/>
            <a:ext cx="10160000" cy="5254487"/>
          </a:xfrm>
        </p:spPr>
        <p:txBody>
          <a:bodyPr>
            <a:normAutofit/>
          </a:bodyPr>
          <a:lstStyle/>
          <a:p>
            <a:r>
              <a:rPr lang="en-US" sz="2800"/>
              <a:t>The reshape() function gives a new shape to an array without changing its data.</a:t>
            </a:r>
          </a:p>
          <a:p>
            <a:pPr lvl="1"/>
            <a:r>
              <a:rPr lang="en-US" sz="2400"/>
              <a:t>the </a:t>
            </a:r>
            <a:r>
              <a:rPr lang="en-US" sz="2400" u="sng"/>
              <a:t>size</a:t>
            </a:r>
            <a:r>
              <a:rPr lang="en-US" sz="2400"/>
              <a:t> of the initial array must match the size of the reshaped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B9C9D-4763-4901-9AEC-D53E3BA3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22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F319C3-7A01-48CB-9654-A76E78D69288}"/>
              </a:ext>
            </a:extLst>
          </p:cNvPr>
          <p:cNvSpPr/>
          <p:nvPr/>
        </p:nvSpPr>
        <p:spPr>
          <a:xfrm>
            <a:off x="963544" y="2767009"/>
            <a:ext cx="9452112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# reshape 1D to 2D (3x3)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grid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(1, 10).reshape((3, 3))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print('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ndim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:',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grid.ndim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, ', shape:',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grid.shape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print(grid)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F8788F-EE2A-463C-B97F-3B492AE9DC93}"/>
              </a:ext>
            </a:extLst>
          </p:cNvPr>
          <p:cNvSpPr/>
          <p:nvPr/>
        </p:nvSpPr>
        <p:spPr>
          <a:xfrm>
            <a:off x="3483114" y="4405314"/>
            <a:ext cx="3295374" cy="193899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err="1"/>
              <a:t>ndim</a:t>
            </a:r>
            <a:r>
              <a:rPr lang="en-US" sz="2400"/>
              <a:t>: 2 , shape: (3, 3)</a:t>
            </a:r>
          </a:p>
          <a:p>
            <a:endParaRPr lang="en-US" sz="2400"/>
          </a:p>
          <a:p>
            <a:r>
              <a:rPr lang="en-US" sz="2400"/>
              <a:t>[[1 2 3]</a:t>
            </a:r>
          </a:p>
          <a:p>
            <a:r>
              <a:rPr lang="en-US" sz="2400"/>
              <a:t> [4 5 6]</a:t>
            </a:r>
          </a:p>
          <a:p>
            <a:r>
              <a:rPr lang="en-US" sz="2400"/>
              <a:t> [7 8 9]]</a:t>
            </a:r>
          </a:p>
        </p:txBody>
      </p:sp>
    </p:spTree>
    <p:extLst>
      <p:ext uri="{BB962C8B-B14F-4D97-AF65-F5344CB8AC3E}">
        <p14:creationId xmlns:p14="http://schemas.microsoft.com/office/powerpoint/2010/main" val="352363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DA188-C4DB-45D3-893B-0577150AD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4058"/>
            <a:ext cx="10160000" cy="931164"/>
          </a:xfrm>
        </p:spPr>
        <p:txBody>
          <a:bodyPr/>
          <a:lstStyle/>
          <a:p>
            <a:r>
              <a:rPr lang="en-US"/>
              <a:t>Reshaping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DC484-5543-4544-AC8F-56445A6F3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513"/>
            <a:ext cx="10160000" cy="525448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B9C9D-4763-4901-9AEC-D53E3BA3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23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F8788F-EE2A-463C-B97F-3B492AE9DC93}"/>
              </a:ext>
            </a:extLst>
          </p:cNvPr>
          <p:cNvSpPr/>
          <p:nvPr/>
        </p:nvSpPr>
        <p:spPr>
          <a:xfrm>
            <a:off x="2890570" y="4138859"/>
            <a:ext cx="5598059" cy="23083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/>
              <a:t>reshape 1D array as 3x1:</a:t>
            </a:r>
          </a:p>
          <a:p>
            <a:r>
              <a:rPr lang="en-US" sz="2400"/>
              <a:t>x </a:t>
            </a:r>
            <a:r>
              <a:rPr lang="en-US" sz="2400" err="1"/>
              <a:t>ndim</a:t>
            </a:r>
            <a:r>
              <a:rPr lang="en-US" sz="2400"/>
              <a:t>: 1 , shape: (3,)</a:t>
            </a:r>
          </a:p>
          <a:p>
            <a:r>
              <a:rPr lang="en-US" sz="2400"/>
              <a:t>y </a:t>
            </a:r>
            <a:r>
              <a:rPr lang="en-US" sz="2400" err="1"/>
              <a:t>ndim</a:t>
            </a:r>
            <a:r>
              <a:rPr lang="en-US" sz="2400"/>
              <a:t>: 2 , shape: (3, 1)</a:t>
            </a:r>
          </a:p>
          <a:p>
            <a:r>
              <a:rPr lang="en-US" sz="2400"/>
              <a:t>[[1]</a:t>
            </a:r>
          </a:p>
          <a:p>
            <a:r>
              <a:rPr lang="en-US" sz="2400"/>
              <a:t> [2]</a:t>
            </a:r>
          </a:p>
          <a:p>
            <a:r>
              <a:rPr lang="en-US" sz="2400"/>
              <a:t> [3]]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E8340A-8B4F-485C-A4CA-CE3E8096EFC9}"/>
              </a:ext>
            </a:extLst>
          </p:cNvPr>
          <p:cNvSpPr/>
          <p:nvPr/>
        </p:nvSpPr>
        <p:spPr>
          <a:xfrm>
            <a:off x="1921012" y="1476840"/>
            <a:ext cx="7537174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# convert 1D array to 2D (3x1)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print('reshape 1D array as 3x1:')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([1, 2, 3])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print('x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ndim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:',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x.ndim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, ', shape:',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x.shape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x.reshape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(3, 1)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print('y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ndim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:',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y.ndim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, ', shape:',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y.shape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print(y)</a:t>
            </a:r>
          </a:p>
        </p:txBody>
      </p:sp>
    </p:spTree>
    <p:extLst>
      <p:ext uri="{BB962C8B-B14F-4D97-AF65-F5344CB8AC3E}">
        <p14:creationId xmlns:p14="http://schemas.microsoft.com/office/powerpoint/2010/main" val="709814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DA188-C4DB-45D3-893B-0577150AD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4058"/>
            <a:ext cx="10160000" cy="931164"/>
          </a:xfrm>
        </p:spPr>
        <p:txBody>
          <a:bodyPr/>
          <a:lstStyle/>
          <a:p>
            <a:r>
              <a:rPr lang="en-US"/>
              <a:t>Reshaping Arrays: </a:t>
            </a:r>
            <a:r>
              <a:rPr lang="en-US" err="1"/>
              <a:t>np.newaxis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DC484-5543-4544-AC8F-56445A6F3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513"/>
            <a:ext cx="10160000" cy="525448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B9C9D-4763-4901-9AEC-D53E3BA3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24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F8788F-EE2A-463C-B97F-3B492AE9DC93}"/>
              </a:ext>
            </a:extLst>
          </p:cNvPr>
          <p:cNvSpPr/>
          <p:nvPr/>
        </p:nvSpPr>
        <p:spPr>
          <a:xfrm>
            <a:off x="2890570" y="4138859"/>
            <a:ext cx="5598059" cy="23083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/>
              <a:t>use </a:t>
            </a:r>
            <a:r>
              <a:rPr lang="en-US" sz="2400" err="1"/>
              <a:t>newaxis</a:t>
            </a:r>
            <a:r>
              <a:rPr lang="en-US" sz="2400"/>
              <a:t> to reshape 1D array as 3x1:</a:t>
            </a:r>
          </a:p>
          <a:p>
            <a:r>
              <a:rPr lang="en-US" sz="2400"/>
              <a:t>x </a:t>
            </a:r>
            <a:r>
              <a:rPr lang="en-US" sz="2400" err="1"/>
              <a:t>ndim</a:t>
            </a:r>
            <a:r>
              <a:rPr lang="en-US" sz="2400"/>
              <a:t>: 1 , shape: (3,)</a:t>
            </a:r>
          </a:p>
          <a:p>
            <a:r>
              <a:rPr lang="en-US" sz="2400"/>
              <a:t>y </a:t>
            </a:r>
            <a:r>
              <a:rPr lang="en-US" sz="2400" err="1"/>
              <a:t>ndim</a:t>
            </a:r>
            <a:r>
              <a:rPr lang="en-US" sz="2400"/>
              <a:t>: 2 , shape: (3, 1)</a:t>
            </a:r>
          </a:p>
          <a:p>
            <a:r>
              <a:rPr lang="en-US" sz="2400"/>
              <a:t>[[1]</a:t>
            </a:r>
          </a:p>
          <a:p>
            <a:r>
              <a:rPr lang="en-US" sz="2400"/>
              <a:t> [2]</a:t>
            </a:r>
          </a:p>
          <a:p>
            <a:r>
              <a:rPr lang="en-US" sz="2400"/>
              <a:t> [3]]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E8340A-8B4F-485C-A4CA-CE3E8096EFC9}"/>
              </a:ext>
            </a:extLst>
          </p:cNvPr>
          <p:cNvSpPr/>
          <p:nvPr/>
        </p:nvSpPr>
        <p:spPr>
          <a:xfrm>
            <a:off x="1921012" y="1476840"/>
            <a:ext cx="7537174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# convert 1D to 2D (3x1) using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newaxis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print('use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newaxis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to reshape 1D array as 3x1:')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([1, 2, 3])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print('x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ndim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:',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x.ndim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, ', shape:',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x.shape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y = x[:, </a:t>
            </a:r>
            <a:r>
              <a:rPr 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np.newaxis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print('y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ndim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:',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y.ndim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, ', shape:',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y.shape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print(y)</a:t>
            </a:r>
          </a:p>
        </p:txBody>
      </p:sp>
    </p:spTree>
    <p:extLst>
      <p:ext uri="{BB962C8B-B14F-4D97-AF65-F5344CB8AC3E}">
        <p14:creationId xmlns:p14="http://schemas.microsoft.com/office/powerpoint/2010/main" val="4223213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5CCAA-C440-49E2-BBED-26ABB4332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490"/>
            <a:ext cx="10160000" cy="898179"/>
          </a:xfrm>
        </p:spPr>
        <p:txBody>
          <a:bodyPr/>
          <a:lstStyle/>
          <a:p>
            <a:r>
              <a:rPr lang="en-US"/>
              <a:t>NumPy Arrays vs.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780AE-1FCD-4597-BEDA-EBB22FF8D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52331"/>
            <a:ext cx="10160000" cy="5224670"/>
          </a:xfrm>
        </p:spPr>
        <p:txBody>
          <a:bodyPr/>
          <a:lstStyle/>
          <a:p>
            <a:r>
              <a:rPr lang="en-US" sz="3200" dirty="0"/>
              <a:t>You will see references to matrices in NumPy operations</a:t>
            </a:r>
          </a:p>
          <a:p>
            <a:pPr lvl="1"/>
            <a:r>
              <a:rPr lang="en-US" sz="2800" dirty="0"/>
              <a:t>Note the distinction between an </a:t>
            </a:r>
            <a:r>
              <a:rPr lang="en-US" sz="2800" b="1" dirty="0"/>
              <a:t>array</a:t>
            </a:r>
            <a:r>
              <a:rPr lang="en-US" sz="2800" dirty="0"/>
              <a:t> and a </a:t>
            </a:r>
            <a:r>
              <a:rPr lang="en-US" sz="2800" b="1" dirty="0"/>
              <a:t>matrix</a:t>
            </a:r>
            <a:r>
              <a:rPr lang="en-US" sz="2800" dirty="0"/>
              <a:t>:</a:t>
            </a:r>
          </a:p>
          <a:p>
            <a:r>
              <a:rPr lang="en-US" sz="2400" b="1" dirty="0"/>
              <a:t>array</a:t>
            </a:r>
          </a:p>
          <a:p>
            <a:pPr lvl="1"/>
            <a:r>
              <a:rPr lang="en-US" sz="2400" dirty="0"/>
              <a:t>A homogeneous </a:t>
            </a:r>
            <a:r>
              <a:rPr lang="en-US" sz="2400" b="1" dirty="0"/>
              <a:t>n-dimensional</a:t>
            </a:r>
            <a:r>
              <a:rPr lang="en-US" sz="2400" dirty="0"/>
              <a:t> container (</a:t>
            </a:r>
            <a:r>
              <a:rPr lang="en-US" sz="2400" dirty="0" err="1"/>
              <a:t>ndarray</a:t>
            </a:r>
            <a:r>
              <a:rPr lang="en-US" sz="2400" dirty="0"/>
              <a:t>) of numerical elements</a:t>
            </a:r>
          </a:p>
          <a:p>
            <a:r>
              <a:rPr lang="en-US" sz="2400" b="1" dirty="0"/>
              <a:t>matrix</a:t>
            </a:r>
          </a:p>
          <a:p>
            <a:pPr lvl="1"/>
            <a:r>
              <a:rPr lang="en-US" sz="2400" dirty="0"/>
              <a:t>A </a:t>
            </a:r>
            <a:r>
              <a:rPr lang="en-US" sz="2400" b="1" dirty="0"/>
              <a:t>2-dimensional</a:t>
            </a:r>
            <a:r>
              <a:rPr lang="en-US" sz="2400" dirty="0"/>
              <a:t> </a:t>
            </a:r>
            <a:r>
              <a:rPr lang="en-US" sz="2400" dirty="0" err="1"/>
              <a:t>ndarray</a:t>
            </a:r>
            <a:r>
              <a:rPr lang="en-US" sz="2400" dirty="0"/>
              <a:t> that preserves its two-dimensional nature throughout operations. It has certain special operations, such as * (matrix multiplication) and ** (matrix power)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FD142-0707-42A1-B78A-FDD65A08C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27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D9779-5279-4AA2-AB2E-B3E2BC27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4262"/>
            <a:ext cx="10160000" cy="898179"/>
          </a:xfrm>
        </p:spPr>
        <p:txBody>
          <a:bodyPr/>
          <a:lstStyle/>
          <a:p>
            <a:r>
              <a:rPr lang="en-US"/>
              <a:t>Array Concatenation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6B78E-7C63-4478-9CAB-5C1B4EE82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82757"/>
            <a:ext cx="10160000" cy="5294243"/>
          </a:xfrm>
        </p:spPr>
        <p:txBody>
          <a:bodyPr/>
          <a:lstStyle/>
          <a:p>
            <a:r>
              <a:rPr lang="en-US" dirty="0"/>
              <a:t>Three functions are available for concatenating arrays: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US" dirty="0" err="1"/>
              <a:t>np.concatenate</a:t>
            </a:r>
            <a:endParaRPr lang="en-US" dirty="0"/>
          </a:p>
          <a:p>
            <a:pPr marL="868680" lvl="1" indent="-457200">
              <a:buFont typeface="+mj-lt"/>
              <a:buAutoNum type="arabicPeriod"/>
            </a:pPr>
            <a:r>
              <a:rPr lang="en-US" dirty="0" err="1"/>
              <a:t>np.vstack</a:t>
            </a:r>
            <a:endParaRPr lang="en-US" dirty="0"/>
          </a:p>
          <a:p>
            <a:pPr marL="868680" lvl="1" indent="-457200">
              <a:buFont typeface="+mj-lt"/>
              <a:buAutoNum type="arabicPeriod"/>
            </a:pPr>
            <a:r>
              <a:rPr lang="en-US" dirty="0" err="1"/>
              <a:t>np.hstack</a:t>
            </a:r>
            <a:endParaRPr lang="en-US" dirty="0"/>
          </a:p>
          <a:p>
            <a:r>
              <a:rPr lang="en-US" dirty="0" err="1"/>
              <a:t>np.concatenate</a:t>
            </a:r>
            <a:r>
              <a:rPr lang="en-US" dirty="0"/>
              <a:t> takes a tuple or list of arrays as its first 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03C72-9389-4FB0-A1D5-054BFCC2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26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274D84-F8F5-42FB-B91F-CED403BE3867}"/>
              </a:ext>
            </a:extLst>
          </p:cNvPr>
          <p:cNvSpPr/>
          <p:nvPr/>
        </p:nvSpPr>
        <p:spPr>
          <a:xfrm>
            <a:off x="1093305" y="3223591"/>
            <a:ext cx="5678198" cy="31700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([1, 2, 3])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print('x:')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([3, 2, 1])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print('y:')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print(y)</a:t>
            </a:r>
          </a:p>
          <a:p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print('concatenated:')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np.concatenate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([x, y])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0A6577-D888-4E53-9548-F0E92E686E27}"/>
              </a:ext>
            </a:extLst>
          </p:cNvPr>
          <p:cNvSpPr/>
          <p:nvPr/>
        </p:nvSpPr>
        <p:spPr>
          <a:xfrm>
            <a:off x="7255208" y="3499067"/>
            <a:ext cx="2584172" cy="2893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/>
              <a:t>x:</a:t>
            </a:r>
          </a:p>
          <a:p>
            <a:r>
              <a:rPr lang="en-US" sz="2400"/>
              <a:t>[1 2 3]</a:t>
            </a:r>
          </a:p>
          <a:p>
            <a:endParaRPr lang="en-US"/>
          </a:p>
          <a:p>
            <a:r>
              <a:rPr lang="en-US" sz="2400"/>
              <a:t>y:</a:t>
            </a:r>
          </a:p>
          <a:p>
            <a:r>
              <a:rPr lang="en-US" sz="2400"/>
              <a:t>[3 2 1]</a:t>
            </a:r>
          </a:p>
          <a:p>
            <a:endParaRPr lang="en-US"/>
          </a:p>
          <a:p>
            <a:r>
              <a:rPr lang="en-US" sz="2400"/>
              <a:t>concatenated:</a:t>
            </a:r>
          </a:p>
          <a:p>
            <a:r>
              <a:rPr lang="en-US" sz="2400"/>
              <a:t>[1 2 3 3 2 1]</a:t>
            </a:r>
          </a:p>
        </p:txBody>
      </p:sp>
    </p:spTree>
    <p:extLst>
      <p:ext uri="{BB962C8B-B14F-4D97-AF65-F5344CB8AC3E}">
        <p14:creationId xmlns:p14="http://schemas.microsoft.com/office/powerpoint/2010/main" val="3712759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D9779-5279-4AA2-AB2E-B3E2BC27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4262"/>
            <a:ext cx="10160000" cy="898179"/>
          </a:xfrm>
        </p:spPr>
        <p:txBody>
          <a:bodyPr/>
          <a:lstStyle/>
          <a:p>
            <a:r>
              <a:rPr lang="en-US" dirty="0"/>
              <a:t>Array Concatenation with </a:t>
            </a:r>
            <a:r>
              <a:rPr lang="en-US" dirty="0" err="1"/>
              <a:t>np.vstack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6B78E-7C63-4478-9CAB-5C1B4EE82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82757"/>
            <a:ext cx="10160000" cy="5294243"/>
          </a:xfrm>
        </p:spPr>
        <p:txBody>
          <a:bodyPr/>
          <a:lstStyle/>
          <a:p>
            <a:r>
              <a:rPr lang="en-US" sz="3200" err="1"/>
              <a:t>np.vstack</a:t>
            </a:r>
            <a:r>
              <a:rPr lang="en-US" sz="3200"/>
              <a:t> will concatenate vertically</a:t>
            </a:r>
          </a:p>
          <a:p>
            <a:r>
              <a:rPr lang="en-US" sz="2800"/>
              <a:t>useful for arrays with different dimensions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03C72-9389-4FB0-A1D5-054BFCC2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27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274D84-F8F5-42FB-B91F-CED403BE3867}"/>
              </a:ext>
            </a:extLst>
          </p:cNvPr>
          <p:cNvSpPr/>
          <p:nvPr/>
        </p:nvSpPr>
        <p:spPr>
          <a:xfrm>
            <a:off x="957380" y="2795294"/>
            <a:ext cx="6036544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([1, 2, 3])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grid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([[9, 8, 7],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[6, 5, 4]])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vertically stack the arrays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np.vstack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([x, grid])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0A6577-D888-4E53-9548-F0E92E686E27}"/>
              </a:ext>
            </a:extLst>
          </p:cNvPr>
          <p:cNvSpPr/>
          <p:nvPr/>
        </p:nvSpPr>
        <p:spPr>
          <a:xfrm>
            <a:off x="7341704" y="3718623"/>
            <a:ext cx="2584172" cy="13849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/>
              <a:t>[[1 2 3]</a:t>
            </a:r>
          </a:p>
          <a:p>
            <a:r>
              <a:rPr lang="en-US" sz="2800"/>
              <a:t> [9 8 7]</a:t>
            </a:r>
          </a:p>
          <a:p>
            <a:r>
              <a:rPr lang="en-US" sz="2800"/>
              <a:t> [6 5 4]]</a:t>
            </a:r>
          </a:p>
        </p:txBody>
      </p:sp>
    </p:spTree>
    <p:extLst>
      <p:ext uri="{BB962C8B-B14F-4D97-AF65-F5344CB8AC3E}">
        <p14:creationId xmlns:p14="http://schemas.microsoft.com/office/powerpoint/2010/main" val="20072097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D9779-5279-4AA2-AB2E-B3E2BC27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4262"/>
            <a:ext cx="10160000" cy="898179"/>
          </a:xfrm>
        </p:spPr>
        <p:txBody>
          <a:bodyPr/>
          <a:lstStyle/>
          <a:p>
            <a:r>
              <a:rPr lang="en-US"/>
              <a:t>Array Concatenation with </a:t>
            </a:r>
            <a:r>
              <a:rPr lang="en-US" err="1"/>
              <a:t>np.hstack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6B78E-7C63-4478-9CAB-5C1B4EE82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82757"/>
            <a:ext cx="10160000" cy="5294243"/>
          </a:xfrm>
        </p:spPr>
        <p:txBody>
          <a:bodyPr>
            <a:normAutofit/>
          </a:bodyPr>
          <a:lstStyle/>
          <a:p>
            <a:r>
              <a:rPr lang="en-US" sz="3200" err="1"/>
              <a:t>np.hstack</a:t>
            </a:r>
            <a:r>
              <a:rPr lang="en-US" sz="3200"/>
              <a:t> will concatenate </a:t>
            </a:r>
            <a:r>
              <a:rPr lang="en-US" sz="3200" err="1"/>
              <a:t>horizonally</a:t>
            </a:r>
            <a:endParaRPr lang="en-US" sz="3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03C72-9389-4FB0-A1D5-054BFCC2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28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274D84-F8F5-42FB-B91F-CED403BE3867}"/>
              </a:ext>
            </a:extLst>
          </p:cNvPr>
          <p:cNvSpPr/>
          <p:nvPr/>
        </p:nvSpPr>
        <p:spPr>
          <a:xfrm>
            <a:off x="957380" y="2795294"/>
            <a:ext cx="6036544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grid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([[9, 8, 7],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                [6, 5, 4]])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([[99],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             [99]])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# horizontally stack the arrays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b="1" err="1">
                <a:latin typeface="Courier New" panose="02070309020205020404" pitchFamily="49" charset="0"/>
                <a:cs typeface="Courier New" panose="02070309020205020404" pitchFamily="49" charset="0"/>
              </a:rPr>
              <a:t>np.hstack</a:t>
            </a: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([grid, y])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0A6577-D888-4E53-9548-F0E92E686E27}"/>
              </a:ext>
            </a:extLst>
          </p:cNvPr>
          <p:cNvSpPr/>
          <p:nvPr/>
        </p:nvSpPr>
        <p:spPr>
          <a:xfrm>
            <a:off x="7589676" y="3535297"/>
            <a:ext cx="2584172" cy="9541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/>
              <a:t>[[ 9  8  7 99]</a:t>
            </a:r>
          </a:p>
          <a:p>
            <a:r>
              <a:rPr lang="en-US" sz="2800"/>
              <a:t> [ 6  5  4 99]]</a:t>
            </a:r>
          </a:p>
        </p:txBody>
      </p:sp>
    </p:spTree>
    <p:extLst>
      <p:ext uri="{BB962C8B-B14F-4D97-AF65-F5344CB8AC3E}">
        <p14:creationId xmlns:p14="http://schemas.microsoft.com/office/powerpoint/2010/main" val="3117200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D9779-5279-4AA2-AB2E-B3E2BC27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5784"/>
            <a:ext cx="10160000" cy="923967"/>
          </a:xfrm>
        </p:spPr>
        <p:txBody>
          <a:bodyPr/>
          <a:lstStyle/>
          <a:p>
            <a:r>
              <a:rPr lang="en-US"/>
              <a:t>Array Splitting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6B78E-7C63-4478-9CAB-5C1B4EE82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3319"/>
            <a:ext cx="10160000" cy="5253681"/>
          </a:xfrm>
        </p:spPr>
        <p:txBody>
          <a:bodyPr>
            <a:normAutofit/>
          </a:bodyPr>
          <a:lstStyle/>
          <a:p>
            <a:r>
              <a:rPr lang="en-US" sz="3200"/>
              <a:t>The opposite of concatenation is splitting, implemented by </a:t>
            </a:r>
            <a:r>
              <a:rPr lang="en-US" sz="3200" err="1"/>
              <a:t>np.split</a:t>
            </a:r>
            <a:r>
              <a:rPr lang="en-US" sz="3200"/>
              <a:t>, </a:t>
            </a:r>
            <a:r>
              <a:rPr lang="en-US" sz="3200" err="1"/>
              <a:t>np.hsplit</a:t>
            </a:r>
            <a:r>
              <a:rPr lang="en-US" sz="3200"/>
              <a:t>, and </a:t>
            </a:r>
            <a:r>
              <a:rPr lang="en-US" sz="3200" err="1"/>
              <a:t>np.vsplit</a:t>
            </a:r>
            <a:r>
              <a:rPr lang="en-US" sz="3200"/>
              <a:t>.</a:t>
            </a:r>
          </a:p>
          <a:p>
            <a:pPr lvl="1"/>
            <a:r>
              <a:rPr lang="en-US" sz="2800"/>
              <a:t>Each of these accepts a list of indices giving the split points.</a:t>
            </a:r>
          </a:p>
          <a:p>
            <a:pPr lvl="1"/>
            <a:r>
              <a:rPr lang="en-US" sz="2800" i="1"/>
              <a:t>N</a:t>
            </a:r>
            <a:r>
              <a:rPr lang="en-US" sz="2800"/>
              <a:t> split points lead to </a:t>
            </a:r>
            <a:r>
              <a:rPr lang="en-US" sz="2800" i="1"/>
              <a:t>N + 1</a:t>
            </a:r>
            <a:r>
              <a:rPr lang="en-US" sz="2800"/>
              <a:t> subarrays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03C72-9389-4FB0-A1D5-054BFCC2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29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2C6F42-7163-4572-840F-1E06A458E7BB}"/>
              </a:ext>
            </a:extLst>
          </p:cNvPr>
          <p:cNvSpPr/>
          <p:nvPr/>
        </p:nvSpPr>
        <p:spPr>
          <a:xfrm>
            <a:off x="1286744" y="3672457"/>
            <a:ext cx="7498910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x = [1, 2, 3, 99, 99, 3, 2, 1]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x1, x2, x3 = </a:t>
            </a:r>
            <a:r>
              <a:rPr lang="en-US" sz="2800" b="1" err="1">
                <a:latin typeface="Courier New" panose="02070309020205020404" pitchFamily="49" charset="0"/>
                <a:cs typeface="Courier New" panose="02070309020205020404" pitchFamily="49" charset="0"/>
              </a:rPr>
              <a:t>np.split</a:t>
            </a:r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(x, [3, 5])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print(x1, x2, x3)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D511D8-2542-4722-B441-F85B4FA35E67}"/>
              </a:ext>
            </a:extLst>
          </p:cNvPr>
          <p:cNvSpPr/>
          <p:nvPr/>
        </p:nvSpPr>
        <p:spPr>
          <a:xfrm>
            <a:off x="1286744" y="5444060"/>
            <a:ext cx="4100803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3600"/>
              <a:t>[1 2 3] [99 99] [3 2 1]</a:t>
            </a:r>
          </a:p>
        </p:txBody>
      </p:sp>
    </p:spTree>
    <p:extLst>
      <p:ext uri="{BB962C8B-B14F-4D97-AF65-F5344CB8AC3E}">
        <p14:creationId xmlns:p14="http://schemas.microsoft.com/office/powerpoint/2010/main" val="27494393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1C91C-2176-4B4F-BD17-7AD3A9A57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8714"/>
            <a:ext cx="10160000" cy="961038"/>
          </a:xfrm>
        </p:spPr>
        <p:txBody>
          <a:bodyPr/>
          <a:lstStyle/>
          <a:p>
            <a:r>
              <a:rPr lang="en-US"/>
              <a:t>Universal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1543B-2401-43FA-A64D-83F1F87B7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2697"/>
            <a:ext cx="10160000" cy="5284304"/>
          </a:xfrm>
        </p:spPr>
        <p:txBody>
          <a:bodyPr>
            <a:normAutofit/>
          </a:bodyPr>
          <a:lstStyle/>
          <a:p>
            <a:r>
              <a:rPr lang="en-US" sz="3200"/>
              <a:t>Standard algorithmic approaches to array manipulation can be very slow when data sets get large.</a:t>
            </a:r>
          </a:p>
          <a:p>
            <a:pPr lvl="1"/>
            <a:r>
              <a:rPr lang="en-US" sz="2800"/>
              <a:t>Python's dynamic typing can cause bottlenecks in calculations.</a:t>
            </a:r>
          </a:p>
          <a:p>
            <a:pPr lvl="1"/>
            <a:r>
              <a:rPr lang="en-US" sz="2800"/>
              <a:t>Compiled code predetermines types and results are computed much more efficiently.</a:t>
            </a:r>
          </a:p>
          <a:p>
            <a:r>
              <a:rPr lang="en-US" sz="3200"/>
              <a:t>NumPy provides an interface into statically typed, compiled routines known as </a:t>
            </a:r>
            <a:r>
              <a:rPr lang="en-US" sz="3200" u="sng"/>
              <a:t>vectorized</a:t>
            </a:r>
            <a:r>
              <a:rPr lang="en-US" sz="3200"/>
              <a:t> operations, implemented through </a:t>
            </a:r>
            <a:r>
              <a:rPr lang="en-US" sz="3200" u="sng"/>
              <a:t>universal</a:t>
            </a:r>
            <a:r>
              <a:rPr lang="en-US" sz="3200"/>
              <a:t> </a:t>
            </a:r>
            <a:r>
              <a:rPr lang="en-US" sz="3200" u="sng"/>
              <a:t>functions</a:t>
            </a:r>
            <a:r>
              <a:rPr lang="en-US" sz="3200"/>
              <a:t> (</a:t>
            </a:r>
            <a:r>
              <a:rPr lang="en-US" sz="3200" u="sng" err="1"/>
              <a:t>ufuncs</a:t>
            </a:r>
            <a:r>
              <a:rPr lang="en-US" sz="3200"/>
              <a:t>). </a:t>
            </a:r>
          </a:p>
          <a:p>
            <a:pPr lvl="1"/>
            <a:r>
              <a:rPr lang="en-US" sz="2800" err="1"/>
              <a:t>ufuncs</a:t>
            </a:r>
            <a:r>
              <a:rPr lang="en-US" sz="2800"/>
              <a:t> make repeated calculations on array elements much more efficient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02D6A-7EDB-4A0B-B431-B6D62F846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94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A889C-E754-4676-BBA1-37BF758C6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5186"/>
            <a:ext cx="10160000" cy="918058"/>
          </a:xfrm>
        </p:spPr>
        <p:txBody>
          <a:bodyPr/>
          <a:lstStyle/>
          <a:p>
            <a:r>
              <a:rPr lang="en-US"/>
              <a:t>Universal Functions: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AB7E2-620D-4B97-9D2E-945014F75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21904"/>
            <a:ext cx="10160000" cy="5155096"/>
          </a:xfrm>
        </p:spPr>
        <p:txBody>
          <a:bodyPr/>
          <a:lstStyle/>
          <a:p>
            <a:r>
              <a:rPr lang="en-US" sz="2800"/>
              <a:t>define a function to calculate reciprocals (1 / number) and calculate the time difference between a standard algorithm vs. </a:t>
            </a:r>
            <a:r>
              <a:rPr lang="en-US" sz="2800" err="1"/>
              <a:t>ufunc</a:t>
            </a:r>
            <a:r>
              <a:rPr lang="en-US" sz="2800"/>
              <a:t>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45FE0-4889-4C90-B5BD-A39201C76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31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72FEFC-D412-4FB8-AECE-91D82F89C472}"/>
              </a:ext>
            </a:extLst>
          </p:cNvPr>
          <p:cNvSpPr/>
          <p:nvPr/>
        </p:nvSpPr>
        <p:spPr>
          <a:xfrm>
            <a:off x="960783" y="2675789"/>
            <a:ext cx="8739808" cy="273921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compute_reciprocals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(values):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output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np.empty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(values))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for i in range(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(values)):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    output[i] = 1.0 / values[i]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return output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values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np.random.randint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(1, 10, size=5)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print('values:', values)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print('reciprocals:',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compute_reciprocals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(values))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CF4817-00C2-453E-B23E-32B5FF8D7272}"/>
              </a:ext>
            </a:extLst>
          </p:cNvPr>
          <p:cNvSpPr/>
          <p:nvPr/>
        </p:nvSpPr>
        <p:spPr>
          <a:xfrm>
            <a:off x="960783" y="5518233"/>
            <a:ext cx="8739808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/>
              <a:t>values: [5 4 5 5 9]</a:t>
            </a:r>
          </a:p>
          <a:p>
            <a:r>
              <a:rPr lang="en-US" sz="2400" b="1"/>
              <a:t>reciprocals: [0.2        0.25       0.2        0.2        0.11111111]</a:t>
            </a:r>
          </a:p>
        </p:txBody>
      </p:sp>
    </p:spTree>
    <p:extLst>
      <p:ext uri="{BB962C8B-B14F-4D97-AF65-F5344CB8AC3E}">
        <p14:creationId xmlns:p14="http://schemas.microsoft.com/office/powerpoint/2010/main" val="1572310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1C91C-2176-4B4F-BD17-7AD3A9A57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8714"/>
            <a:ext cx="10160000" cy="961038"/>
          </a:xfrm>
        </p:spPr>
        <p:txBody>
          <a:bodyPr/>
          <a:lstStyle/>
          <a:p>
            <a:r>
              <a:rPr lang="en-US"/>
              <a:t>Universal Functions: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1543B-2401-43FA-A64D-83F1F87B7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99753"/>
            <a:ext cx="10160000" cy="5377248"/>
          </a:xfrm>
        </p:spPr>
        <p:txBody>
          <a:bodyPr>
            <a:normAutofit/>
          </a:bodyPr>
          <a:lstStyle/>
          <a:p>
            <a:r>
              <a:rPr lang="en-US" sz="2800"/>
              <a:t> Use Python timing library to time reciprocal function on a large data 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02D6A-7EDB-4A0B-B431-B6D62F846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32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9FDD46-530C-409B-9766-7A9F4A8C36F9}"/>
              </a:ext>
            </a:extLst>
          </p:cNvPr>
          <p:cNvSpPr/>
          <p:nvPr/>
        </p:nvSpPr>
        <p:spPr>
          <a:xfrm>
            <a:off x="609600" y="2274838"/>
            <a:ext cx="10160000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timeit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big_array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np.random.randint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(1, 100, size=1000000)</a:t>
            </a:r>
          </a:p>
          <a:p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stmt_arg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 '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compute_reciprocals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big_array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)'</a:t>
            </a:r>
          </a:p>
          <a:p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setup_arg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 'from __main__ import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compute_reciprocals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big_array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t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timeit.Timer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stmt_arg,setup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setup_arg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print('time to run 5 reciprocal calculations on 1000000 items:')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t.timeit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(number=5))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4BA937-59C3-4741-A5DF-32C92594FA56}"/>
              </a:ext>
            </a:extLst>
          </p:cNvPr>
          <p:cNvSpPr/>
          <p:nvPr/>
        </p:nvSpPr>
        <p:spPr>
          <a:xfrm>
            <a:off x="787951" y="5281193"/>
            <a:ext cx="9803298" cy="9541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/>
              <a:t>time to run 5 reciprocal calculations on 1000000 items:</a:t>
            </a:r>
          </a:p>
          <a:p>
            <a:r>
              <a:rPr lang="en-US" sz="2800" b="1"/>
              <a:t>20.9628627</a:t>
            </a:r>
          </a:p>
        </p:txBody>
      </p:sp>
    </p:spTree>
    <p:extLst>
      <p:ext uri="{BB962C8B-B14F-4D97-AF65-F5344CB8AC3E}">
        <p14:creationId xmlns:p14="http://schemas.microsoft.com/office/powerpoint/2010/main" val="35922061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1C91C-2176-4B4F-BD17-7AD3A9A57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8714"/>
            <a:ext cx="10160000" cy="961038"/>
          </a:xfrm>
        </p:spPr>
        <p:txBody>
          <a:bodyPr/>
          <a:lstStyle/>
          <a:p>
            <a:r>
              <a:rPr lang="en-US"/>
              <a:t>Universal Functions: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1543B-2401-43FA-A64D-83F1F87B7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99753"/>
            <a:ext cx="10160000" cy="5377248"/>
          </a:xfrm>
        </p:spPr>
        <p:txBody>
          <a:bodyPr>
            <a:normAutofit/>
          </a:bodyPr>
          <a:lstStyle/>
          <a:p>
            <a:r>
              <a:rPr lang="en-US" sz="2800"/>
              <a:t> Modify </a:t>
            </a:r>
            <a:r>
              <a:rPr lang="en-US" sz="2800" err="1"/>
              <a:t>compute_reciprocals</a:t>
            </a:r>
            <a:r>
              <a:rPr lang="en-US" sz="2800"/>
              <a:t> to use a vectorized calculation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02D6A-7EDB-4A0B-B431-B6D62F846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33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9FDD46-530C-409B-9766-7A9F4A8C36F9}"/>
              </a:ext>
            </a:extLst>
          </p:cNvPr>
          <p:cNvSpPr/>
          <p:nvPr/>
        </p:nvSpPr>
        <p:spPr>
          <a:xfrm>
            <a:off x="761998" y="2274838"/>
            <a:ext cx="9684028" cy="19389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compute_reciprocals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(values):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output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np.empty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(values))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#for i in range(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(values)):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#    output[i] = 1.0 / values[i]</a:t>
            </a:r>
          </a:p>
          <a:p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output = 1.0 / values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return 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4BA937-59C3-4741-A5DF-32C92594FA56}"/>
              </a:ext>
            </a:extLst>
          </p:cNvPr>
          <p:cNvSpPr/>
          <p:nvPr/>
        </p:nvSpPr>
        <p:spPr>
          <a:xfrm>
            <a:off x="761999" y="5179347"/>
            <a:ext cx="9803298" cy="9541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/>
              <a:t>time to run 5 reciprocal calculations on 1000000 items:</a:t>
            </a:r>
          </a:p>
          <a:p>
            <a:r>
              <a:rPr lang="en-US" sz="2800" b="1"/>
              <a:t>0.023207499999999937</a:t>
            </a:r>
          </a:p>
        </p:txBody>
      </p:sp>
    </p:spTree>
    <p:extLst>
      <p:ext uri="{BB962C8B-B14F-4D97-AF65-F5344CB8AC3E}">
        <p14:creationId xmlns:p14="http://schemas.microsoft.com/office/powerpoint/2010/main" val="2218957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F411-B3C8-4B07-89E8-B471A6296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3107"/>
            <a:ext cx="10160000" cy="765886"/>
          </a:xfrm>
        </p:spPr>
        <p:txBody>
          <a:bodyPr/>
          <a:lstStyle/>
          <a:p>
            <a:r>
              <a:rPr lang="en-US" err="1"/>
              <a:t>uFuncs</a:t>
            </a:r>
            <a:r>
              <a:rPr lang="en-US"/>
              <a:t> and Array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71B3B-E646-4760-92A3-C1B1859EF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03283"/>
            <a:ext cx="10160000" cy="5173717"/>
          </a:xfrm>
        </p:spPr>
        <p:txBody>
          <a:bodyPr>
            <a:normAutofit/>
          </a:bodyPr>
          <a:lstStyle/>
          <a:p>
            <a:r>
              <a:rPr lang="en-US" sz="2800" err="1"/>
              <a:t>ufuncs</a:t>
            </a:r>
            <a:r>
              <a:rPr lang="en-US" sz="2800"/>
              <a:t> make use of Python’s native arithmetic operators. </a:t>
            </a:r>
          </a:p>
          <a:p>
            <a:pPr lvl="1"/>
            <a:r>
              <a:rPr lang="en-US" sz="2400"/>
              <a:t>Standard addition, subtraction, multiplication, and division can all be used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81570-0C99-46EE-A197-9AFD1384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34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7D7261-9CCD-4153-8A7F-470AFB11A390}"/>
              </a:ext>
            </a:extLst>
          </p:cNvPr>
          <p:cNvSpPr/>
          <p:nvPr/>
        </p:nvSpPr>
        <p:spPr>
          <a:xfrm>
            <a:off x="1008993" y="2507729"/>
            <a:ext cx="4981904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(4)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print("x     =", x)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print("x + 5 =", x + 5)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print("x - 5 =", x - 5)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print("x * 2 =", x * 2)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print("x / 2 =", x / 2)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print("x // 2 =", x // 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9E89C8-178F-43CD-8BAB-C5D8DAA6A202}"/>
              </a:ext>
            </a:extLst>
          </p:cNvPr>
          <p:cNvSpPr/>
          <p:nvPr/>
        </p:nvSpPr>
        <p:spPr>
          <a:xfrm>
            <a:off x="6223057" y="2877061"/>
            <a:ext cx="3258207" cy="26776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/>
              <a:t>[0 1 2 3]</a:t>
            </a:r>
          </a:p>
          <a:p>
            <a:r>
              <a:rPr lang="en-US" sz="2400"/>
              <a:t>x     = [0 1 2 3]</a:t>
            </a:r>
          </a:p>
          <a:p>
            <a:r>
              <a:rPr lang="en-US" sz="2400"/>
              <a:t>x + 5 = [5 6 7 8]</a:t>
            </a:r>
          </a:p>
          <a:p>
            <a:r>
              <a:rPr lang="en-US" sz="2400"/>
              <a:t>x - 5 = [-5 -4 -3 -2]</a:t>
            </a:r>
          </a:p>
          <a:p>
            <a:r>
              <a:rPr lang="en-US" sz="2400"/>
              <a:t>x * 2 = [0 2 4 6]</a:t>
            </a:r>
          </a:p>
          <a:p>
            <a:r>
              <a:rPr lang="en-US" sz="2400"/>
              <a:t>x / 2 = [0.  0.5 1.  1.5]</a:t>
            </a:r>
          </a:p>
          <a:p>
            <a:r>
              <a:rPr lang="en-US" sz="2400"/>
              <a:t>x // 2 = [0 0 1 1]</a:t>
            </a:r>
          </a:p>
        </p:txBody>
      </p:sp>
    </p:spTree>
    <p:extLst>
      <p:ext uri="{BB962C8B-B14F-4D97-AF65-F5344CB8AC3E}">
        <p14:creationId xmlns:p14="http://schemas.microsoft.com/office/powerpoint/2010/main" val="13762669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A724B-83AC-4B2B-87AF-4EC722354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01066"/>
            <a:ext cx="10160000" cy="786907"/>
          </a:xfrm>
        </p:spPr>
        <p:txBody>
          <a:bodyPr/>
          <a:lstStyle/>
          <a:p>
            <a:r>
              <a:rPr lang="en-US" err="1"/>
              <a:t>uFunc</a:t>
            </a:r>
            <a:r>
              <a:rPr lang="en-US"/>
              <a:t> 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8B05E-FB28-4273-9724-C903D03BA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13793"/>
            <a:ext cx="10160000" cy="5163207"/>
          </a:xfrm>
        </p:spPr>
        <p:txBody>
          <a:bodyPr/>
          <a:lstStyle/>
          <a:p>
            <a:r>
              <a:rPr lang="en-US" sz="2800"/>
              <a:t>Arithmetic operations in NumPy are actually wrappers around specific functions built into NumPy</a:t>
            </a:r>
          </a:p>
          <a:p>
            <a:r>
              <a:rPr lang="en-US" sz="2800"/>
              <a:t>For example, the + operator is a wrapper for the add function: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62707-4607-415F-88E1-B926FBB11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35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DD5A4-FA79-448A-A919-3F17D7BFDEB1}"/>
              </a:ext>
            </a:extLst>
          </p:cNvPr>
          <p:cNvSpPr/>
          <p:nvPr/>
        </p:nvSpPr>
        <p:spPr>
          <a:xfrm>
            <a:off x="6582980" y="3294084"/>
            <a:ext cx="1651414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2800"/>
              <a:t>[2, 3, 4, 5]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B5B93E-3C17-41DB-A289-EF38365A1C98}"/>
              </a:ext>
            </a:extLst>
          </p:cNvPr>
          <p:cNvSpPr/>
          <p:nvPr/>
        </p:nvSpPr>
        <p:spPr>
          <a:xfrm>
            <a:off x="1834758" y="3294084"/>
            <a:ext cx="4265911" cy="5232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np.add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(x, 2))</a:t>
            </a:r>
          </a:p>
        </p:txBody>
      </p:sp>
    </p:spTree>
    <p:extLst>
      <p:ext uri="{BB962C8B-B14F-4D97-AF65-F5344CB8AC3E}">
        <p14:creationId xmlns:p14="http://schemas.microsoft.com/office/powerpoint/2010/main" val="13595784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7569F-48B2-45EC-ACA0-EF3A3B3F4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05064"/>
            <a:ext cx="10160000" cy="1027388"/>
          </a:xfrm>
        </p:spPr>
        <p:txBody>
          <a:bodyPr/>
          <a:lstStyle/>
          <a:p>
            <a:r>
              <a:rPr lang="en-US" err="1"/>
              <a:t>uFuncs</a:t>
            </a:r>
            <a:r>
              <a:rPr lang="en-US"/>
              <a:t> And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1861C-5CAE-44C4-9F1E-F077B0F63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21296"/>
            <a:ext cx="10160000" cy="5055704"/>
          </a:xfrm>
        </p:spPr>
        <p:txBody>
          <a:bodyPr>
            <a:normAutofit/>
          </a:bodyPr>
          <a:lstStyle/>
          <a:p>
            <a:r>
              <a:rPr lang="en-US" sz="3200" err="1"/>
              <a:t>ufuncs</a:t>
            </a:r>
            <a:r>
              <a:rPr lang="en-US" sz="3200"/>
              <a:t> can be used for operations on multiple arrays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E8009-4596-4DA4-AA01-50F45392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36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30D8E7-3911-49C5-A77C-90407494474B}"/>
              </a:ext>
            </a:extLst>
          </p:cNvPr>
          <p:cNvSpPr/>
          <p:nvPr/>
        </p:nvSpPr>
        <p:spPr>
          <a:xfrm>
            <a:off x="1023730" y="2370987"/>
            <a:ext cx="9362661" cy="19389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(5))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(1, 6))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(5) /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(1, 6))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(1, 6).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(5) /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(1, 6)).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9F1E12-4156-48F1-9870-DB7B0A4BAAFE}"/>
              </a:ext>
            </a:extLst>
          </p:cNvPr>
          <p:cNvSpPr/>
          <p:nvPr/>
        </p:nvSpPr>
        <p:spPr>
          <a:xfrm>
            <a:off x="1008269" y="4467208"/>
            <a:ext cx="9362661" cy="193899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/>
              <a:t>[0 1 2 3 4]</a:t>
            </a:r>
          </a:p>
          <a:p>
            <a:r>
              <a:rPr lang="en-US" sz="2400"/>
              <a:t>[1 2 3 4 5]</a:t>
            </a:r>
          </a:p>
          <a:p>
            <a:r>
              <a:rPr lang="en-US" sz="2400"/>
              <a:t>[0.         0.5        0.66666667 0.75       0.8       ]</a:t>
            </a:r>
          </a:p>
          <a:p>
            <a:r>
              <a:rPr lang="en-US" sz="2400"/>
              <a:t>int32</a:t>
            </a:r>
          </a:p>
          <a:p>
            <a:r>
              <a:rPr lang="en-US" sz="2400"/>
              <a:t>float64</a:t>
            </a:r>
          </a:p>
        </p:txBody>
      </p:sp>
    </p:spTree>
    <p:extLst>
      <p:ext uri="{BB962C8B-B14F-4D97-AF65-F5344CB8AC3E}">
        <p14:creationId xmlns:p14="http://schemas.microsoft.com/office/powerpoint/2010/main" val="16034973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7569F-48B2-45EC-ACA0-EF3A3B3F4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05064"/>
            <a:ext cx="10160000" cy="1027388"/>
          </a:xfrm>
        </p:spPr>
        <p:txBody>
          <a:bodyPr/>
          <a:lstStyle/>
          <a:p>
            <a:r>
              <a:rPr lang="en-US" err="1"/>
              <a:t>uFuncs</a:t>
            </a:r>
            <a:r>
              <a:rPr lang="en-US"/>
              <a:t> And Multi-Dimensional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1861C-5CAE-44C4-9F1E-F077B0F63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21296"/>
            <a:ext cx="10160000" cy="5055704"/>
          </a:xfrm>
        </p:spPr>
        <p:txBody>
          <a:bodyPr>
            <a:normAutofit/>
          </a:bodyPr>
          <a:lstStyle/>
          <a:p>
            <a:r>
              <a:rPr lang="en-US" sz="3200" err="1"/>
              <a:t>ufuncs</a:t>
            </a:r>
            <a:r>
              <a:rPr lang="en-US" sz="3200"/>
              <a:t> can be used for operations on multi-dimensional  arrays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E8009-4596-4DA4-AA01-50F45392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37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30D8E7-3911-49C5-A77C-90407494474B}"/>
              </a:ext>
            </a:extLst>
          </p:cNvPr>
          <p:cNvSpPr/>
          <p:nvPr/>
        </p:nvSpPr>
        <p:spPr>
          <a:xfrm>
            <a:off x="1008269" y="2644170"/>
            <a:ext cx="9362661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sz="200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fr-FR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fr-FR" sz="2000">
                <a:latin typeface="Courier New" panose="02070309020205020404" pitchFamily="49" charset="0"/>
                <a:cs typeface="Courier New" panose="02070309020205020404" pitchFamily="49" charset="0"/>
              </a:rPr>
              <a:t>(9).</a:t>
            </a:r>
            <a:r>
              <a:rPr lang="fr-FR" sz="2000" err="1">
                <a:latin typeface="Courier New" panose="02070309020205020404" pitchFamily="49" charset="0"/>
                <a:cs typeface="Courier New" panose="02070309020205020404" pitchFamily="49" charset="0"/>
              </a:rPr>
              <a:t>reshape</a:t>
            </a:r>
            <a:r>
              <a:rPr lang="fr-FR" sz="2000">
                <a:latin typeface="Courier New" panose="02070309020205020404" pitchFamily="49" charset="0"/>
                <a:cs typeface="Courier New" panose="02070309020205020404" pitchFamily="49" charset="0"/>
              </a:rPr>
              <a:t>((3, 3))</a:t>
            </a:r>
          </a:p>
          <a:p>
            <a:r>
              <a:rPr lang="fr-FR" sz="200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fr-FR" sz="2000">
                <a:latin typeface="Courier New" panose="02070309020205020404" pitchFamily="49" charset="0"/>
                <a:cs typeface="Courier New" panose="02070309020205020404" pitchFamily="49" charset="0"/>
              </a:rPr>
              <a:t>('x:\n', x)</a:t>
            </a:r>
          </a:p>
          <a:p>
            <a:r>
              <a:rPr lang="fr-FR" sz="200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fr-FR" sz="2000">
                <a:latin typeface="Courier New" panose="02070309020205020404" pitchFamily="49" charset="0"/>
                <a:cs typeface="Courier New" panose="02070309020205020404" pitchFamily="49" charset="0"/>
              </a:rPr>
              <a:t>('2 ** x:\n', 2 ** x)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9F1E12-4156-48F1-9870-DB7B0A4BAAFE}"/>
              </a:ext>
            </a:extLst>
          </p:cNvPr>
          <p:cNvSpPr/>
          <p:nvPr/>
        </p:nvSpPr>
        <p:spPr>
          <a:xfrm>
            <a:off x="1008270" y="4517461"/>
            <a:ext cx="2271644" cy="18158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/>
              <a:t>x:</a:t>
            </a:r>
          </a:p>
          <a:p>
            <a:r>
              <a:rPr lang="en-US" sz="2800"/>
              <a:t> [[0 1 2]</a:t>
            </a:r>
          </a:p>
          <a:p>
            <a:r>
              <a:rPr lang="en-US" sz="2800"/>
              <a:t>  [3 4 5]</a:t>
            </a:r>
          </a:p>
          <a:p>
            <a:r>
              <a:rPr lang="en-US" sz="2800"/>
              <a:t>  [6 7 8]]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15356F-31B6-429F-8251-8DA5A05FBC90}"/>
              </a:ext>
            </a:extLst>
          </p:cNvPr>
          <p:cNvSpPr/>
          <p:nvPr/>
        </p:nvSpPr>
        <p:spPr>
          <a:xfrm>
            <a:off x="3576430" y="4517461"/>
            <a:ext cx="3051314" cy="18158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/>
              <a:t>2 ** x:</a:t>
            </a:r>
          </a:p>
          <a:p>
            <a:r>
              <a:rPr lang="en-US" sz="2800"/>
              <a:t> [[  1   2   4]</a:t>
            </a:r>
          </a:p>
          <a:p>
            <a:r>
              <a:rPr lang="en-US" sz="2800"/>
              <a:t>  [  8  16  32]</a:t>
            </a:r>
          </a:p>
          <a:p>
            <a:r>
              <a:rPr lang="en-US" sz="2800"/>
              <a:t>  [ 64 128 256]]</a:t>
            </a:r>
          </a:p>
        </p:txBody>
      </p:sp>
    </p:spTree>
    <p:extLst>
      <p:ext uri="{BB962C8B-B14F-4D97-AF65-F5344CB8AC3E}">
        <p14:creationId xmlns:p14="http://schemas.microsoft.com/office/powerpoint/2010/main" val="22841930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8B5D-77E6-4377-9089-6D553A5F2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9025"/>
            <a:ext cx="10160000" cy="944562"/>
          </a:xfrm>
        </p:spPr>
        <p:txBody>
          <a:bodyPr/>
          <a:lstStyle/>
          <a:p>
            <a:r>
              <a:rPr lang="en-US"/>
              <a:t>Specifying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EF91D-63C5-4F04-9589-902AC095F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0221"/>
            <a:ext cx="10160000" cy="5236779"/>
          </a:xfrm>
        </p:spPr>
        <p:txBody>
          <a:bodyPr>
            <a:normAutofit/>
          </a:bodyPr>
          <a:lstStyle/>
          <a:p>
            <a:r>
              <a:rPr lang="en-US" sz="2800"/>
              <a:t>For large calculations, rather than creating a temporary array, you can improve performance by writing computation results directly to a predefined memory location.</a:t>
            </a:r>
          </a:p>
          <a:p>
            <a:pPr lvl="1"/>
            <a:r>
              <a:rPr lang="en-US" sz="2400"/>
              <a:t>For all </a:t>
            </a:r>
            <a:r>
              <a:rPr lang="en-US" sz="2400" err="1"/>
              <a:t>ufuncs</a:t>
            </a:r>
            <a:r>
              <a:rPr lang="en-US" sz="2400"/>
              <a:t>, you can do this using the </a:t>
            </a:r>
            <a:r>
              <a:rPr lang="en-US" sz="2400" b="1"/>
              <a:t>out</a:t>
            </a:r>
            <a:r>
              <a:rPr lang="en-US" sz="2400"/>
              <a:t> argument of the function: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83CDB-BAC8-4083-AAB5-20527088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38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A9B17F-164A-47B6-A666-BD7EFDAE093E}"/>
              </a:ext>
            </a:extLst>
          </p:cNvPr>
          <p:cNvSpPr/>
          <p:nvPr/>
        </p:nvSpPr>
        <p:spPr>
          <a:xfrm>
            <a:off x="1275255" y="3401433"/>
            <a:ext cx="5023946" cy="16312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(5)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np.empty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(5)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np.multiply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(x, 10,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out=y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print(y)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7E7950-D191-4AF9-B7E5-4FC96F7C78B3}"/>
              </a:ext>
            </a:extLst>
          </p:cNvPr>
          <p:cNvSpPr/>
          <p:nvPr/>
        </p:nvSpPr>
        <p:spPr>
          <a:xfrm>
            <a:off x="6446346" y="4078542"/>
            <a:ext cx="3811751" cy="9541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/>
              <a:t>[0 1 2 3 4]</a:t>
            </a:r>
          </a:p>
          <a:p>
            <a:r>
              <a:rPr lang="en-US" sz="2800"/>
              <a:t>[ 0. 10. 20. 30. 40.]</a:t>
            </a:r>
          </a:p>
        </p:txBody>
      </p:sp>
    </p:spTree>
    <p:extLst>
      <p:ext uri="{BB962C8B-B14F-4D97-AF65-F5344CB8AC3E}">
        <p14:creationId xmlns:p14="http://schemas.microsoft.com/office/powerpoint/2010/main" val="6066237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8B5D-77E6-4377-9089-6D553A5F2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6982"/>
            <a:ext cx="10160000" cy="934052"/>
          </a:xfrm>
        </p:spPr>
        <p:txBody>
          <a:bodyPr/>
          <a:lstStyle/>
          <a:p>
            <a:r>
              <a:rPr lang="en-US"/>
              <a:t>Specifying Output: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EF91D-63C5-4F04-9589-902AC095F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0221"/>
            <a:ext cx="10160000" cy="5236779"/>
          </a:xfrm>
        </p:spPr>
        <p:txBody>
          <a:bodyPr/>
          <a:lstStyle/>
          <a:p>
            <a:r>
              <a:rPr lang="en-US" sz="2800"/>
              <a:t>The </a:t>
            </a:r>
            <a:r>
              <a:rPr lang="en-US" sz="2800" b="1"/>
              <a:t>out</a:t>
            </a:r>
            <a:r>
              <a:rPr lang="en-US" sz="2800"/>
              <a:t> argument can also be used with array views. </a:t>
            </a:r>
          </a:p>
          <a:p>
            <a:pPr lvl="1"/>
            <a:r>
              <a:rPr lang="en-US" sz="2400"/>
              <a:t>For example, write the results of a computation to every other element of a specified array: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sz="1200"/>
          </a:p>
          <a:p>
            <a:r>
              <a:rPr lang="en-US" sz="2400"/>
              <a:t>Using the more generic expression </a:t>
            </a:r>
            <a:r>
              <a:rPr lang="en-US" sz="2400" b="1"/>
              <a:t>y[::2] = 2 ** x </a:t>
            </a:r>
            <a:r>
              <a:rPr lang="en-US" sz="2400"/>
              <a:t>would have created a temporary array to hold the results of 2 ** x, followed by a second operation copying those values into the y array.</a:t>
            </a:r>
          </a:p>
          <a:p>
            <a:pPr lvl="1"/>
            <a:r>
              <a:rPr lang="en-US"/>
              <a:t>This is fine for a small computation but for very large arrays the memory and performance savings from using the out argument can be significant.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83CDB-BAC8-4083-AAB5-20527088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39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30DC68-7255-4819-960D-4CF01348F96E}"/>
              </a:ext>
            </a:extLst>
          </p:cNvPr>
          <p:cNvSpPr/>
          <p:nvPr/>
        </p:nvSpPr>
        <p:spPr>
          <a:xfrm>
            <a:off x="1124608" y="2795294"/>
            <a:ext cx="5055475" cy="13234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np.zeros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(10)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np.power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(2, x, out=y[::2])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print(y)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3613C0-13D8-49F6-B39D-2FE6DC8B172B}"/>
              </a:ext>
            </a:extLst>
          </p:cNvPr>
          <p:cNvSpPr/>
          <p:nvPr/>
        </p:nvSpPr>
        <p:spPr>
          <a:xfrm>
            <a:off x="6323724" y="3410847"/>
            <a:ext cx="4302234" cy="7078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/>
              <a:t>[0 1 2 3 4]</a:t>
            </a:r>
          </a:p>
          <a:p>
            <a:r>
              <a:rPr lang="en-US" sz="2000"/>
              <a:t>[ 1.  0.  2.  0.  4.  0.  8.  0. 16.  0.]</a:t>
            </a:r>
          </a:p>
        </p:txBody>
      </p:sp>
    </p:spTree>
    <p:extLst>
      <p:ext uri="{BB962C8B-B14F-4D97-AF65-F5344CB8AC3E}">
        <p14:creationId xmlns:p14="http://schemas.microsoft.com/office/powerpoint/2010/main" val="5852190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25F66-146F-4A0C-BE7F-84DEDC360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6982"/>
            <a:ext cx="10160000" cy="881500"/>
          </a:xfrm>
        </p:spPr>
        <p:txBody>
          <a:bodyPr/>
          <a:lstStyle/>
          <a:p>
            <a:r>
              <a:rPr lang="en-US"/>
              <a:t>Aggregates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18072-B93A-4802-975D-91B318468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2262"/>
            <a:ext cx="10160000" cy="5194738"/>
          </a:xfrm>
        </p:spPr>
        <p:txBody>
          <a:bodyPr>
            <a:normAutofit/>
          </a:bodyPr>
          <a:lstStyle/>
          <a:p>
            <a:r>
              <a:rPr lang="en-US" sz="2400" u="sng"/>
              <a:t>Aggregates</a:t>
            </a:r>
            <a:r>
              <a:rPr lang="en-US" sz="2400"/>
              <a:t> (e.g. combinations or summaries) can be computed directly from the NumPy objects. </a:t>
            </a:r>
          </a:p>
          <a:p>
            <a:r>
              <a:rPr lang="en-US" sz="2400" u="sng"/>
              <a:t>Reducing</a:t>
            </a:r>
            <a:r>
              <a:rPr lang="en-US" sz="2400"/>
              <a:t> an array means repeatedly applying a given operation to the elements until only a single result remains.</a:t>
            </a:r>
          </a:p>
          <a:p>
            <a:pPr lvl="1"/>
            <a:r>
              <a:rPr lang="en-US" sz="2400"/>
              <a:t>For example, chaining reduce to the add and multiply </a:t>
            </a:r>
            <a:r>
              <a:rPr lang="en-US" sz="2400" err="1"/>
              <a:t>ufuncs</a:t>
            </a:r>
            <a:r>
              <a:rPr lang="en-US" sz="2400"/>
              <a:t> returns the sum/product of all elements in the array: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A31E6-15A0-42DC-9D51-1B8CB030C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40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0F31B7-9971-4F69-811F-27CDD6043BAB}"/>
              </a:ext>
            </a:extLst>
          </p:cNvPr>
          <p:cNvSpPr/>
          <p:nvPr/>
        </p:nvSpPr>
        <p:spPr>
          <a:xfrm>
            <a:off x="1219200" y="3944651"/>
            <a:ext cx="5328745" cy="13234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(1, 6)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np.add.reduce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(x))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np.multiply.reduce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(x))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5B9449-6394-4A7A-B457-49FF12DE4C47}"/>
              </a:ext>
            </a:extLst>
          </p:cNvPr>
          <p:cNvSpPr/>
          <p:nvPr/>
        </p:nvSpPr>
        <p:spPr>
          <a:xfrm>
            <a:off x="6863255" y="4129316"/>
            <a:ext cx="2343807" cy="13849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/>
              <a:t>[1 2 3 4 5]</a:t>
            </a:r>
          </a:p>
          <a:p>
            <a:r>
              <a:rPr lang="en-US" sz="2800"/>
              <a:t>15</a:t>
            </a:r>
          </a:p>
          <a:p>
            <a:r>
              <a:rPr lang="en-US" sz="2800"/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18846789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25F66-146F-4A0C-BE7F-84DEDC360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6982"/>
            <a:ext cx="10160000" cy="881500"/>
          </a:xfrm>
        </p:spPr>
        <p:txBody>
          <a:bodyPr/>
          <a:lstStyle/>
          <a:p>
            <a:r>
              <a:rPr lang="en-US"/>
              <a:t>Accumulating Aggregation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18072-B93A-4802-975D-91B318468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2262"/>
            <a:ext cx="10160000" cy="5194738"/>
          </a:xfrm>
        </p:spPr>
        <p:txBody>
          <a:bodyPr>
            <a:normAutofit/>
          </a:bodyPr>
          <a:lstStyle/>
          <a:p>
            <a:r>
              <a:rPr lang="en-US" sz="2800"/>
              <a:t>We can store intermediate results of the computations using the </a:t>
            </a:r>
            <a:r>
              <a:rPr lang="en-US" sz="2800" u="sng"/>
              <a:t>accumulate</a:t>
            </a:r>
            <a:r>
              <a:rPr lang="en-US" sz="2800"/>
              <a:t> function: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A31E6-15A0-42DC-9D51-1B8CB030C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41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0F31B7-9971-4F69-811F-27CDD6043BAB}"/>
              </a:ext>
            </a:extLst>
          </p:cNvPr>
          <p:cNvSpPr/>
          <p:nvPr/>
        </p:nvSpPr>
        <p:spPr>
          <a:xfrm>
            <a:off x="767255" y="3187133"/>
            <a:ext cx="6074979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sz="200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fr-FR" sz="200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r>
              <a:rPr lang="fr-FR" sz="200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fr-FR" sz="20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np.add.accumulate</a:t>
            </a:r>
            <a:r>
              <a:rPr lang="fr-FR" sz="2000">
                <a:latin typeface="Courier New" panose="02070309020205020404" pitchFamily="49" charset="0"/>
                <a:cs typeface="Courier New" panose="02070309020205020404" pitchFamily="49" charset="0"/>
              </a:rPr>
              <a:t>(x))</a:t>
            </a:r>
          </a:p>
          <a:p>
            <a:r>
              <a:rPr lang="fr-FR" sz="200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fr-FR" sz="20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np.multiply.accumulate</a:t>
            </a:r>
            <a:r>
              <a:rPr lang="fr-FR" sz="2000">
                <a:latin typeface="Courier New" panose="02070309020205020404" pitchFamily="49" charset="0"/>
                <a:cs typeface="Courier New" panose="02070309020205020404" pitchFamily="49" charset="0"/>
              </a:rPr>
              <a:t>(x))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5B9449-6394-4A7A-B457-49FF12DE4C47}"/>
              </a:ext>
            </a:extLst>
          </p:cNvPr>
          <p:cNvSpPr/>
          <p:nvPr/>
        </p:nvSpPr>
        <p:spPr>
          <a:xfrm>
            <a:off x="7104993" y="3187133"/>
            <a:ext cx="3573518" cy="13849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/>
              <a:t>[1 2 3 4 5]</a:t>
            </a:r>
          </a:p>
          <a:p>
            <a:r>
              <a:rPr lang="en-US" sz="2800"/>
              <a:t>[ 1  3  6 10 15]</a:t>
            </a:r>
          </a:p>
          <a:p>
            <a:r>
              <a:rPr lang="en-US" sz="2800"/>
              <a:t>[  1   2   6  24 120]</a:t>
            </a:r>
          </a:p>
        </p:txBody>
      </p:sp>
    </p:spTree>
    <p:extLst>
      <p:ext uri="{BB962C8B-B14F-4D97-AF65-F5344CB8AC3E}">
        <p14:creationId xmlns:p14="http://schemas.microsoft.com/office/powerpoint/2010/main" val="29185013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27F7C-2AF1-46AE-9FB5-0D1C2238A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860479"/>
          </a:xfrm>
        </p:spPr>
        <p:txBody>
          <a:bodyPr/>
          <a:lstStyle/>
          <a:p>
            <a:r>
              <a:rPr lang="en-US"/>
              <a:t>Aggregates as Summary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03D7F-6E6E-4673-AA1E-F618A0AFD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97876"/>
            <a:ext cx="10160000" cy="5079124"/>
          </a:xfrm>
        </p:spPr>
        <p:txBody>
          <a:bodyPr>
            <a:normAutofit/>
          </a:bodyPr>
          <a:lstStyle/>
          <a:p>
            <a:r>
              <a:rPr lang="en-US" sz="2400"/>
              <a:t>A first step in analyzing large data sets  is the computation of summary statistics. </a:t>
            </a:r>
          </a:p>
          <a:p>
            <a:pPr lvl="1"/>
            <a:r>
              <a:rPr lang="en-US"/>
              <a:t>Some common summary statistics include the mean, standard deviation, sum, product, median, minimum and maximum, quantiles, etc.</a:t>
            </a:r>
          </a:p>
          <a:p>
            <a:r>
              <a:rPr lang="en-US" sz="2400"/>
              <a:t>NumPy has fast built-in aggregation functions for calculating summary statistics</a:t>
            </a:r>
          </a:p>
          <a:p>
            <a:pPr lvl="1"/>
            <a:r>
              <a:rPr lang="en-US"/>
              <a:t>Python has many of these functions as well, but they do not use compiled code and are much slower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00C0A-25C6-4B15-87E5-8D8C4AE0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42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E966F5-BC44-49A5-A594-BB2B7B3F5064}"/>
              </a:ext>
            </a:extLst>
          </p:cNvPr>
          <p:cNvSpPr/>
          <p:nvPr/>
        </p:nvSpPr>
        <p:spPr>
          <a:xfrm>
            <a:off x="1099031" y="4593499"/>
            <a:ext cx="6392742" cy="13234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sv-SE" sz="2000">
                <a:latin typeface="Courier New" panose="02070309020205020404" pitchFamily="49" charset="0"/>
                <a:cs typeface="Courier New" panose="02070309020205020404" pitchFamily="49" charset="0"/>
              </a:rPr>
              <a:t>x = np.random.random(1000000)</a:t>
            </a:r>
          </a:p>
          <a:p>
            <a:r>
              <a:rPr lang="sv-SE" sz="2000">
                <a:latin typeface="Courier New" panose="02070309020205020404" pitchFamily="49" charset="0"/>
                <a:cs typeface="Courier New" panose="02070309020205020404" pitchFamily="49" charset="0"/>
              </a:rPr>
              <a:t>print(np.sum(x))  # sum</a:t>
            </a:r>
          </a:p>
          <a:p>
            <a:r>
              <a:rPr lang="sv-SE" sz="2000">
                <a:latin typeface="Courier New" panose="02070309020205020404" pitchFamily="49" charset="0"/>
                <a:cs typeface="Courier New" panose="02070309020205020404" pitchFamily="49" charset="0"/>
              </a:rPr>
              <a:t>print(np.mean(x)) # average</a:t>
            </a:r>
          </a:p>
          <a:p>
            <a:r>
              <a:rPr lang="sv-SE" sz="2000">
                <a:latin typeface="Courier New" panose="02070309020205020404" pitchFamily="49" charset="0"/>
                <a:cs typeface="Courier New" panose="02070309020205020404" pitchFamily="49" charset="0"/>
              </a:rPr>
              <a:t>print(np.std(x))  # standard deviation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65D4B-40F1-436F-BE81-6772A67FC14B}"/>
              </a:ext>
            </a:extLst>
          </p:cNvPr>
          <p:cNvSpPr/>
          <p:nvPr/>
        </p:nvSpPr>
        <p:spPr>
          <a:xfrm>
            <a:off x="7680522" y="4901275"/>
            <a:ext cx="2585964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000"/>
              <a:t>499997.1809802144</a:t>
            </a:r>
          </a:p>
          <a:p>
            <a:r>
              <a:rPr lang="en-US" sz="2000"/>
              <a:t>0.4999971809802144</a:t>
            </a:r>
          </a:p>
          <a:p>
            <a:r>
              <a:rPr lang="en-US" sz="2000"/>
              <a:t>0.28873588326112437</a:t>
            </a:r>
          </a:p>
        </p:txBody>
      </p:sp>
    </p:spTree>
    <p:extLst>
      <p:ext uri="{BB962C8B-B14F-4D97-AF65-F5344CB8AC3E}">
        <p14:creationId xmlns:p14="http://schemas.microsoft.com/office/powerpoint/2010/main" val="10037888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AE29-A0DB-4DCD-AEAC-318DF553E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Aggregates: Object Method Alternatives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5FC6F-6840-40F1-BC8D-775808D2D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92469"/>
            <a:ext cx="10160000" cy="4984531"/>
          </a:xfrm>
        </p:spPr>
        <p:txBody>
          <a:bodyPr>
            <a:normAutofit/>
          </a:bodyPr>
          <a:lstStyle/>
          <a:p>
            <a:r>
              <a:rPr lang="en-US" sz="2800"/>
              <a:t>The NumPy summary functions are also provided through the object itself: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BAE09-15A0-4D9A-9831-8C9CBEB98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43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55C175-58CE-44B7-B184-8306F1DC1F17}"/>
              </a:ext>
            </a:extLst>
          </p:cNvPr>
          <p:cNvSpPr/>
          <p:nvPr/>
        </p:nvSpPr>
        <p:spPr>
          <a:xfrm>
            <a:off x="1422400" y="2861349"/>
            <a:ext cx="3612055" cy="22467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x.sum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x.mean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x.std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x.min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x.max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0C0EC8-3A31-4189-B21E-5683D4CBD88E}"/>
              </a:ext>
            </a:extLst>
          </p:cNvPr>
          <p:cNvSpPr/>
          <p:nvPr/>
        </p:nvSpPr>
        <p:spPr>
          <a:xfrm>
            <a:off x="5160579" y="2861349"/>
            <a:ext cx="4403835" cy="224676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/>
              <a:t>500018.46988314163</a:t>
            </a:r>
          </a:p>
          <a:p>
            <a:r>
              <a:rPr lang="en-US" sz="2800"/>
              <a:t>0.5000184698831416</a:t>
            </a:r>
          </a:p>
          <a:p>
            <a:r>
              <a:rPr lang="en-US" sz="2800"/>
              <a:t>0.28860722546666445</a:t>
            </a:r>
          </a:p>
          <a:p>
            <a:r>
              <a:rPr lang="en-US" sz="2800"/>
              <a:t>8.584194721716898e-08</a:t>
            </a:r>
          </a:p>
          <a:p>
            <a:r>
              <a:rPr lang="en-US" sz="2800"/>
              <a:t>0.9999994491910768</a:t>
            </a:r>
          </a:p>
        </p:txBody>
      </p:sp>
    </p:spTree>
    <p:extLst>
      <p:ext uri="{BB962C8B-B14F-4D97-AF65-F5344CB8AC3E}">
        <p14:creationId xmlns:p14="http://schemas.microsoft.com/office/powerpoint/2010/main" val="26982716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FAD6-BA0F-4B14-8914-88337A29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8003"/>
            <a:ext cx="10160000" cy="881500"/>
          </a:xfrm>
        </p:spPr>
        <p:txBody>
          <a:bodyPr/>
          <a:lstStyle/>
          <a:p>
            <a:r>
              <a:rPr lang="en-US"/>
              <a:t>Multi-Dimensional Aggregates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7BECA-F62A-4F3B-B186-6E6FC7918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8690"/>
            <a:ext cx="10160000" cy="5268310"/>
          </a:xfrm>
        </p:spPr>
        <p:txBody>
          <a:bodyPr>
            <a:normAutofit/>
          </a:bodyPr>
          <a:lstStyle/>
          <a:p>
            <a:r>
              <a:rPr lang="en-US" sz="2800"/>
              <a:t>By default, each NumPy aggregation function will return the aggregate over the entire array, including multiple dimensional arrays: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128D8-25C1-4B43-8D27-8FE0F1FB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44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7A59A1-5995-4077-BFAE-104B02EA86A7}"/>
              </a:ext>
            </a:extLst>
          </p:cNvPr>
          <p:cNvSpPr/>
          <p:nvPr/>
        </p:nvSpPr>
        <p:spPr>
          <a:xfrm>
            <a:off x="2355136" y="4096499"/>
            <a:ext cx="6862436" cy="193899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/>
              <a:t>[[0.29265321 0.04837243 0.5364784  0.10674739]</a:t>
            </a:r>
          </a:p>
          <a:p>
            <a:r>
              <a:rPr lang="en-US" sz="2400"/>
              <a:t> [0.38083534 0.75507354 0.09879422 0.02108844]</a:t>
            </a:r>
          </a:p>
          <a:p>
            <a:r>
              <a:rPr lang="en-US" sz="2400"/>
              <a:t> [0.62685261 0.35817771 0.87187531 0.31676326]]</a:t>
            </a:r>
          </a:p>
          <a:p>
            <a:endParaRPr lang="en-US" sz="2400"/>
          </a:p>
          <a:p>
            <a:r>
              <a:rPr lang="en-US" sz="2400"/>
              <a:t>4.413711849861118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FD2CB4-3F8E-44F8-A97B-77EA7896ABFE}"/>
              </a:ext>
            </a:extLst>
          </p:cNvPr>
          <p:cNvSpPr/>
          <p:nvPr/>
        </p:nvSpPr>
        <p:spPr>
          <a:xfrm>
            <a:off x="2355136" y="2816242"/>
            <a:ext cx="547589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m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np.random.random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((3, 4))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print(m)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m.sum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0591697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FAD6-BA0F-4B14-8914-88337A29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8003"/>
            <a:ext cx="10160000" cy="881500"/>
          </a:xfrm>
        </p:spPr>
        <p:txBody>
          <a:bodyPr/>
          <a:lstStyle/>
          <a:p>
            <a:r>
              <a:rPr lang="en-US"/>
              <a:t>Aggregating on an Axis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128D8-25C1-4B43-8D27-8FE0F1FB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45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F2F1BD3-CE7F-4ED2-95BA-D38DAD577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3510"/>
            <a:ext cx="10160000" cy="5268310"/>
          </a:xfrm>
        </p:spPr>
        <p:txBody>
          <a:bodyPr/>
          <a:lstStyle/>
          <a:p>
            <a:r>
              <a:rPr lang="en-US" sz="2400"/>
              <a:t>To calculate aggregates along specific dimensions we use the </a:t>
            </a:r>
            <a:r>
              <a:rPr lang="en-US" sz="2400" b="1"/>
              <a:t>axis</a:t>
            </a:r>
            <a:r>
              <a:rPr lang="en-US" sz="2400"/>
              <a:t> argument</a:t>
            </a:r>
          </a:p>
          <a:p>
            <a:r>
              <a:rPr lang="en-US" sz="2400"/>
              <a:t>A NumPy axis is an element of the shapes attribute</a:t>
            </a:r>
          </a:p>
          <a:p>
            <a:pPr lvl="1"/>
            <a:r>
              <a:rPr lang="en-US" sz="2200"/>
              <a:t>0 is the first axis (e.g. the row dimension of a matrix)</a:t>
            </a:r>
          </a:p>
          <a:p>
            <a:pPr lvl="1"/>
            <a:r>
              <a:rPr lang="en-US" sz="2200"/>
              <a:t>1 is the second axis (e.g.  the column dimension of a matrix)</a:t>
            </a:r>
          </a:p>
          <a:p>
            <a:pPr lvl="1"/>
            <a:r>
              <a:rPr lang="en-US" sz="2200"/>
              <a:t>higher numbers correspond to the index of the shape attribute element</a:t>
            </a:r>
          </a:p>
          <a:p>
            <a:r>
              <a:rPr lang="en-US" sz="2400"/>
              <a:t>The operation is performed by </a:t>
            </a:r>
            <a:r>
              <a:rPr lang="en-US" sz="2400" u="sng"/>
              <a:t>collapsing</a:t>
            </a:r>
            <a:r>
              <a:rPr lang="en-US" sz="2400"/>
              <a:t> the array along the specified axis and performing the </a:t>
            </a:r>
            <a:r>
              <a:rPr lang="en-US" sz="2400" err="1"/>
              <a:t>specied</a:t>
            </a:r>
            <a:r>
              <a:rPr lang="en-US" sz="2400"/>
              <a:t> operation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AD74060D-29B7-429E-B566-34DA5B6EDBAC}"/>
              </a:ext>
            </a:extLst>
          </p:cNvPr>
          <p:cNvGraphicFramePr>
            <a:graphicFrameLocks noGrp="1"/>
          </p:cNvGraphicFramePr>
          <p:nvPr/>
        </p:nvGraphicFramePr>
        <p:xfrm>
          <a:off x="1422400" y="4514258"/>
          <a:ext cx="3904857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1619">
                  <a:extLst>
                    <a:ext uri="{9D8B030D-6E8A-4147-A177-3AD203B41FA5}">
                      <a16:colId xmlns:a16="http://schemas.microsoft.com/office/drawing/2014/main" val="3389757356"/>
                    </a:ext>
                  </a:extLst>
                </a:gridCol>
                <a:gridCol w="1301619">
                  <a:extLst>
                    <a:ext uri="{9D8B030D-6E8A-4147-A177-3AD203B41FA5}">
                      <a16:colId xmlns:a16="http://schemas.microsoft.com/office/drawing/2014/main" val="926703736"/>
                    </a:ext>
                  </a:extLst>
                </a:gridCol>
                <a:gridCol w="1301619">
                  <a:extLst>
                    <a:ext uri="{9D8B030D-6E8A-4147-A177-3AD203B41FA5}">
                      <a16:colId xmlns:a16="http://schemas.microsoft.com/office/drawing/2014/main" val="3482716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090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065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887402"/>
                  </a:ext>
                </a:extLst>
              </a:tr>
            </a:tbl>
          </a:graphicData>
        </a:graphic>
      </p:graphicFrame>
      <p:sp>
        <p:nvSpPr>
          <p:cNvPr id="13" name="Arrow: Down 12">
            <a:extLst>
              <a:ext uri="{FF2B5EF4-FFF2-40B4-BE49-F238E27FC236}">
                <a16:creationId xmlns:a16="http://schemas.microsoft.com/office/drawing/2014/main" id="{9FAD5A57-7D79-4021-B171-F5A10B1C6CB8}"/>
              </a:ext>
            </a:extLst>
          </p:cNvPr>
          <p:cNvSpPr/>
          <p:nvPr/>
        </p:nvSpPr>
        <p:spPr>
          <a:xfrm>
            <a:off x="2587530" y="4665404"/>
            <a:ext cx="243068" cy="8102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AA05763-7343-4779-ABD1-E3468729D276}"/>
              </a:ext>
            </a:extLst>
          </p:cNvPr>
          <p:cNvSpPr/>
          <p:nvPr/>
        </p:nvSpPr>
        <p:spPr>
          <a:xfrm>
            <a:off x="3897399" y="4665404"/>
            <a:ext cx="243068" cy="8102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8BFE405D-BEB3-42FF-85CB-335AEA41FF2C}"/>
              </a:ext>
            </a:extLst>
          </p:cNvPr>
          <p:cNvSpPr txBox="1">
            <a:spLocks/>
          </p:cNvSpPr>
          <p:nvPr/>
        </p:nvSpPr>
        <p:spPr>
          <a:xfrm>
            <a:off x="1422400" y="5755612"/>
            <a:ext cx="3904857" cy="4669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indent="0" algn="ctr">
              <a:buNone/>
            </a:pPr>
            <a:r>
              <a:rPr lang="en-US" sz="2000"/>
              <a:t>axis = 0: collapse the rows</a:t>
            </a:r>
          </a:p>
        </p:txBody>
      </p:sp>
      <p:graphicFrame>
        <p:nvGraphicFramePr>
          <p:cNvPr id="17" name="Table 6">
            <a:extLst>
              <a:ext uri="{FF2B5EF4-FFF2-40B4-BE49-F238E27FC236}">
                <a16:creationId xmlns:a16="http://schemas.microsoft.com/office/drawing/2014/main" id="{495CA2BC-9DD3-42C5-A691-521EDE266E61}"/>
              </a:ext>
            </a:extLst>
          </p:cNvPr>
          <p:cNvGraphicFramePr>
            <a:graphicFrameLocks noGrp="1"/>
          </p:cNvGraphicFramePr>
          <p:nvPr/>
        </p:nvGraphicFramePr>
        <p:xfrm>
          <a:off x="5810541" y="4501970"/>
          <a:ext cx="3904857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1619">
                  <a:extLst>
                    <a:ext uri="{9D8B030D-6E8A-4147-A177-3AD203B41FA5}">
                      <a16:colId xmlns:a16="http://schemas.microsoft.com/office/drawing/2014/main" val="3389757356"/>
                    </a:ext>
                  </a:extLst>
                </a:gridCol>
                <a:gridCol w="1301619">
                  <a:extLst>
                    <a:ext uri="{9D8B030D-6E8A-4147-A177-3AD203B41FA5}">
                      <a16:colId xmlns:a16="http://schemas.microsoft.com/office/drawing/2014/main" val="926703736"/>
                    </a:ext>
                  </a:extLst>
                </a:gridCol>
                <a:gridCol w="1301619">
                  <a:extLst>
                    <a:ext uri="{9D8B030D-6E8A-4147-A177-3AD203B41FA5}">
                      <a16:colId xmlns:a16="http://schemas.microsoft.com/office/drawing/2014/main" val="3482716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090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065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887402"/>
                  </a:ext>
                </a:extLst>
              </a:tr>
            </a:tbl>
          </a:graphicData>
        </a:graphic>
      </p:graphicFrame>
      <p:sp>
        <p:nvSpPr>
          <p:cNvPr id="18" name="Arrow: Down 17">
            <a:extLst>
              <a:ext uri="{FF2B5EF4-FFF2-40B4-BE49-F238E27FC236}">
                <a16:creationId xmlns:a16="http://schemas.microsoft.com/office/drawing/2014/main" id="{ABC07A9D-4B3D-4C13-B264-EE51A00CD194}"/>
              </a:ext>
            </a:extLst>
          </p:cNvPr>
          <p:cNvSpPr/>
          <p:nvPr/>
        </p:nvSpPr>
        <p:spPr>
          <a:xfrm rot="16200000">
            <a:off x="6975671" y="4653116"/>
            <a:ext cx="243068" cy="8102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2F9407D2-226B-406F-AE99-7D7CCFC06A7C}"/>
              </a:ext>
            </a:extLst>
          </p:cNvPr>
          <p:cNvSpPr/>
          <p:nvPr/>
        </p:nvSpPr>
        <p:spPr>
          <a:xfrm rot="16200000">
            <a:off x="8285540" y="4653116"/>
            <a:ext cx="243068" cy="8102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995D9550-2CCB-4BF1-AACD-FD1427CFD8BC}"/>
              </a:ext>
            </a:extLst>
          </p:cNvPr>
          <p:cNvSpPr txBox="1">
            <a:spLocks/>
          </p:cNvSpPr>
          <p:nvPr/>
        </p:nvSpPr>
        <p:spPr>
          <a:xfrm>
            <a:off x="5810541" y="5755612"/>
            <a:ext cx="3904857" cy="4669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indent="0" algn="ctr">
              <a:buNone/>
            </a:pPr>
            <a:r>
              <a:rPr lang="en-US" sz="2000"/>
              <a:t>axis = 1: collapse the columns</a:t>
            </a:r>
          </a:p>
        </p:txBody>
      </p:sp>
    </p:spTree>
    <p:extLst>
      <p:ext uri="{BB962C8B-B14F-4D97-AF65-F5344CB8AC3E}">
        <p14:creationId xmlns:p14="http://schemas.microsoft.com/office/powerpoint/2010/main" val="35626387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FAD6-BA0F-4B14-8914-88337A29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8003"/>
            <a:ext cx="10160000" cy="881500"/>
          </a:xfrm>
        </p:spPr>
        <p:txBody>
          <a:bodyPr/>
          <a:lstStyle/>
          <a:p>
            <a:r>
              <a:rPr lang="en-US"/>
              <a:t>Aggregating on an Axis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128D8-25C1-4B43-8D27-8FE0F1FB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46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FD2CB4-3F8E-44F8-A97B-77EA7896ABFE}"/>
              </a:ext>
            </a:extLst>
          </p:cNvPr>
          <p:cNvSpPr/>
          <p:nvPr/>
        </p:nvSpPr>
        <p:spPr>
          <a:xfrm>
            <a:off x="2355136" y="3151907"/>
            <a:ext cx="547589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m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np.random.random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((3, 4))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print(m)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m.sum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F2F1BD3-CE7F-4ED2-95BA-D38DAD577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8690"/>
            <a:ext cx="10160000" cy="5268310"/>
          </a:xfrm>
        </p:spPr>
        <p:txBody>
          <a:bodyPr/>
          <a:lstStyle/>
          <a:p>
            <a:pPr marL="114300" indent="0">
              <a:buNone/>
            </a:pPr>
            <a:endParaRPr lang="en-US" sz="2400"/>
          </a:p>
          <a:p>
            <a:pPr marL="114300" indent="0">
              <a:buNone/>
            </a:pPr>
            <a:endParaRPr lang="en-US" sz="2400"/>
          </a:p>
          <a:p>
            <a:pPr marL="114300" indent="0">
              <a:buNone/>
            </a:pPr>
            <a:endParaRPr lang="en-US" sz="2400"/>
          </a:p>
          <a:p>
            <a:pPr marL="114300" indent="0">
              <a:buNone/>
            </a:pPr>
            <a:endParaRPr lang="en-US" sz="2400"/>
          </a:p>
          <a:p>
            <a:pPr marL="114300" indent="0">
              <a:buNone/>
            </a:pPr>
            <a:endParaRPr lang="en-US" sz="2400"/>
          </a:p>
          <a:p>
            <a:pPr marL="463550" indent="0">
              <a:buNone/>
            </a:pPr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6355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m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([[3,4,5],[7,8,9],[22,21,20]])</a:t>
            </a:r>
          </a:p>
          <a:p>
            <a:pPr marL="46355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m.shape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6355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m.sum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46355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m.sum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(axis=0))</a:t>
            </a:r>
          </a:p>
          <a:p>
            <a:pPr marL="46355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m.sum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(axis=1))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2231434-3056-4E80-83DE-78F72B0BA023}"/>
              </a:ext>
            </a:extLst>
          </p:cNvPr>
          <p:cNvGraphicFramePr>
            <a:graphicFrameLocks noGrp="1"/>
          </p:cNvGraphicFramePr>
          <p:nvPr/>
        </p:nvGraphicFramePr>
        <p:xfrm>
          <a:off x="1422400" y="1332284"/>
          <a:ext cx="3904857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1619">
                  <a:extLst>
                    <a:ext uri="{9D8B030D-6E8A-4147-A177-3AD203B41FA5}">
                      <a16:colId xmlns:a16="http://schemas.microsoft.com/office/drawing/2014/main" val="3389757356"/>
                    </a:ext>
                  </a:extLst>
                </a:gridCol>
                <a:gridCol w="1301619">
                  <a:extLst>
                    <a:ext uri="{9D8B030D-6E8A-4147-A177-3AD203B41FA5}">
                      <a16:colId xmlns:a16="http://schemas.microsoft.com/office/drawing/2014/main" val="926703736"/>
                    </a:ext>
                  </a:extLst>
                </a:gridCol>
                <a:gridCol w="1301619">
                  <a:extLst>
                    <a:ext uri="{9D8B030D-6E8A-4147-A177-3AD203B41FA5}">
                      <a16:colId xmlns:a16="http://schemas.microsoft.com/office/drawing/2014/main" val="3482716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090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065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887402"/>
                  </a:ext>
                </a:extLst>
              </a:tr>
            </a:tbl>
          </a:graphicData>
        </a:graphic>
      </p:graphicFrame>
      <p:sp>
        <p:nvSpPr>
          <p:cNvPr id="9" name="Arrow: Down 8">
            <a:extLst>
              <a:ext uri="{FF2B5EF4-FFF2-40B4-BE49-F238E27FC236}">
                <a16:creationId xmlns:a16="http://schemas.microsoft.com/office/drawing/2014/main" id="{CBB868C7-45E1-45D5-AA97-F4D85F08B796}"/>
              </a:ext>
            </a:extLst>
          </p:cNvPr>
          <p:cNvSpPr/>
          <p:nvPr/>
        </p:nvSpPr>
        <p:spPr>
          <a:xfrm>
            <a:off x="2587530" y="1483430"/>
            <a:ext cx="243068" cy="8102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AB68EA81-50E0-4577-A04B-0B87AE79A681}"/>
              </a:ext>
            </a:extLst>
          </p:cNvPr>
          <p:cNvSpPr/>
          <p:nvPr/>
        </p:nvSpPr>
        <p:spPr>
          <a:xfrm>
            <a:off x="3897399" y="1483430"/>
            <a:ext cx="243068" cy="8102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249DBC05-D05B-4F9D-868A-C0D7CCECDBB5}"/>
              </a:ext>
            </a:extLst>
          </p:cNvPr>
          <p:cNvSpPr txBox="1">
            <a:spLocks/>
          </p:cNvSpPr>
          <p:nvPr/>
        </p:nvSpPr>
        <p:spPr>
          <a:xfrm>
            <a:off x="1616958" y="2573638"/>
            <a:ext cx="3710299" cy="4669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/>
            <a:r>
              <a:rPr lang="en-US" sz="2000"/>
              <a:t>axis = 0: collapse the rows</a:t>
            </a:r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2E3F897F-347E-4B64-96E3-3AC8FED70D6D}"/>
              </a:ext>
            </a:extLst>
          </p:cNvPr>
          <p:cNvGraphicFramePr>
            <a:graphicFrameLocks noGrp="1"/>
          </p:cNvGraphicFramePr>
          <p:nvPr/>
        </p:nvGraphicFramePr>
        <p:xfrm>
          <a:off x="5810541" y="1319996"/>
          <a:ext cx="3904857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1619">
                  <a:extLst>
                    <a:ext uri="{9D8B030D-6E8A-4147-A177-3AD203B41FA5}">
                      <a16:colId xmlns:a16="http://schemas.microsoft.com/office/drawing/2014/main" val="3389757356"/>
                    </a:ext>
                  </a:extLst>
                </a:gridCol>
                <a:gridCol w="1301619">
                  <a:extLst>
                    <a:ext uri="{9D8B030D-6E8A-4147-A177-3AD203B41FA5}">
                      <a16:colId xmlns:a16="http://schemas.microsoft.com/office/drawing/2014/main" val="926703736"/>
                    </a:ext>
                  </a:extLst>
                </a:gridCol>
                <a:gridCol w="1301619">
                  <a:extLst>
                    <a:ext uri="{9D8B030D-6E8A-4147-A177-3AD203B41FA5}">
                      <a16:colId xmlns:a16="http://schemas.microsoft.com/office/drawing/2014/main" val="3482716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090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065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887402"/>
                  </a:ext>
                </a:extLst>
              </a:tr>
            </a:tbl>
          </a:graphicData>
        </a:graphic>
      </p:graphicFrame>
      <p:sp>
        <p:nvSpPr>
          <p:cNvPr id="13" name="Arrow: Down 12">
            <a:extLst>
              <a:ext uri="{FF2B5EF4-FFF2-40B4-BE49-F238E27FC236}">
                <a16:creationId xmlns:a16="http://schemas.microsoft.com/office/drawing/2014/main" id="{59A8BB8F-7E07-4B59-946B-C0EA14100742}"/>
              </a:ext>
            </a:extLst>
          </p:cNvPr>
          <p:cNvSpPr/>
          <p:nvPr/>
        </p:nvSpPr>
        <p:spPr>
          <a:xfrm rot="16200000">
            <a:off x="6975671" y="1471142"/>
            <a:ext cx="243068" cy="8102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6B707AA4-BA11-4AB4-845A-9FE285A6516F}"/>
              </a:ext>
            </a:extLst>
          </p:cNvPr>
          <p:cNvSpPr/>
          <p:nvPr/>
        </p:nvSpPr>
        <p:spPr>
          <a:xfrm rot="16200000">
            <a:off x="8285540" y="1471142"/>
            <a:ext cx="243068" cy="8102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C49B3211-E9FC-4364-86F2-DC8878E13D27}"/>
              </a:ext>
            </a:extLst>
          </p:cNvPr>
          <p:cNvSpPr txBox="1">
            <a:spLocks/>
          </p:cNvSpPr>
          <p:nvPr/>
        </p:nvSpPr>
        <p:spPr>
          <a:xfrm>
            <a:off x="5810541" y="2573638"/>
            <a:ext cx="3710299" cy="4669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/>
            <a:r>
              <a:rPr lang="en-US" sz="2000"/>
              <a:t>axis = 1: collapse the columns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C75458-A42D-453C-908F-8422325193D1}"/>
              </a:ext>
            </a:extLst>
          </p:cNvPr>
          <p:cNvSpPr/>
          <p:nvPr/>
        </p:nvSpPr>
        <p:spPr>
          <a:xfrm>
            <a:off x="5180313" y="4463542"/>
            <a:ext cx="434052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/>
              <a:t>(3, 3)   # axis 0 and axis 1</a:t>
            </a:r>
          </a:p>
          <a:p>
            <a:r>
              <a:rPr lang="en-US" sz="2400"/>
              <a:t>99</a:t>
            </a:r>
          </a:p>
          <a:p>
            <a:r>
              <a:rPr lang="en-US" sz="2400"/>
              <a:t>[32, 33, 34]</a:t>
            </a:r>
          </a:p>
          <a:p>
            <a:r>
              <a:rPr lang="en-US" sz="2400"/>
              <a:t>[12, 24, 63]</a:t>
            </a:r>
          </a:p>
        </p:txBody>
      </p:sp>
    </p:spTree>
    <p:extLst>
      <p:ext uri="{BB962C8B-B14F-4D97-AF65-F5344CB8AC3E}">
        <p14:creationId xmlns:p14="http://schemas.microsoft.com/office/powerpoint/2010/main" val="12614676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FAD6-BA0F-4B14-8914-88337A29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8003"/>
            <a:ext cx="10160000" cy="881500"/>
          </a:xfrm>
        </p:spPr>
        <p:txBody>
          <a:bodyPr/>
          <a:lstStyle/>
          <a:p>
            <a:r>
              <a:rPr lang="en-US"/>
              <a:t>Aggregating on an Axis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128D8-25C1-4B43-8D27-8FE0F1FB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47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FD2CB4-3F8E-44F8-A97B-77EA7896ABFE}"/>
              </a:ext>
            </a:extLst>
          </p:cNvPr>
          <p:cNvSpPr/>
          <p:nvPr/>
        </p:nvSpPr>
        <p:spPr>
          <a:xfrm>
            <a:off x="2355136" y="3151907"/>
            <a:ext cx="547589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m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np.random.random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((3, 4))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print(m)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m.sum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F2F1BD3-CE7F-4ED2-95BA-D38DAD577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8690"/>
            <a:ext cx="10160000" cy="5268310"/>
          </a:xfrm>
        </p:spPr>
        <p:txBody>
          <a:bodyPr>
            <a:normAutofit/>
          </a:bodyPr>
          <a:lstStyle/>
          <a:p>
            <a:pPr marL="231775" lvl="1"/>
            <a:r>
              <a:rPr lang="en-US" sz="2800"/>
              <a:t>Find the minimum value within each column and the maximum value within each row of a matrix: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17FCB-B1B8-4317-8CAD-A989FA4073A3}"/>
              </a:ext>
            </a:extLst>
          </p:cNvPr>
          <p:cNvSpPr/>
          <p:nvPr/>
        </p:nvSpPr>
        <p:spPr>
          <a:xfrm>
            <a:off x="1190907" y="4059551"/>
            <a:ext cx="9347200" cy="21852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sz="2400"/>
              <a:t>[[0.62380587   0.85989032   0.0539478     0.56230791]</a:t>
            </a:r>
          </a:p>
          <a:p>
            <a:r>
              <a:rPr lang="it-IT" sz="2400"/>
              <a:t> [0.58874214   0.48091999   0.88098264   0.66603847]</a:t>
            </a:r>
          </a:p>
          <a:p>
            <a:r>
              <a:rPr lang="it-IT" sz="2400"/>
              <a:t> [0.62270474   0.94163385   0.7421098     0.610237  ]]</a:t>
            </a:r>
          </a:p>
          <a:p>
            <a:endParaRPr lang="it-IT" sz="1600"/>
          </a:p>
          <a:p>
            <a:r>
              <a:rPr lang="it-IT" sz="2400"/>
              <a:t>min in each col =  [0.58874214   0.48091999   0.0539478   0.56230791]</a:t>
            </a:r>
          </a:p>
          <a:p>
            <a:r>
              <a:rPr lang="it-IT" sz="2400"/>
              <a:t>max in each row =  [0.85989032   0.88098264   0.94163385]</a:t>
            </a:r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65365-925C-4701-9F51-B343364CE91B}"/>
              </a:ext>
            </a:extLst>
          </p:cNvPr>
          <p:cNvSpPr/>
          <p:nvPr/>
        </p:nvSpPr>
        <p:spPr>
          <a:xfrm>
            <a:off x="1190907" y="2395594"/>
            <a:ext cx="9347200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m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np.random.random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((3, 4))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print(m)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print('min in each col = ', ________)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print('max in each row = ', ________)</a:t>
            </a:r>
          </a:p>
        </p:txBody>
      </p:sp>
    </p:spTree>
    <p:extLst>
      <p:ext uri="{BB962C8B-B14F-4D97-AF65-F5344CB8AC3E}">
        <p14:creationId xmlns:p14="http://schemas.microsoft.com/office/powerpoint/2010/main" val="5165971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FAD6-BA0F-4B14-8914-88337A29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8003"/>
            <a:ext cx="10160000" cy="881500"/>
          </a:xfrm>
        </p:spPr>
        <p:txBody>
          <a:bodyPr/>
          <a:lstStyle/>
          <a:p>
            <a:r>
              <a:rPr lang="en-US"/>
              <a:t>Aggregating on an Axis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128D8-25C1-4B43-8D27-8FE0F1FB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48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FD2CB4-3F8E-44F8-A97B-77EA7896ABFE}"/>
              </a:ext>
            </a:extLst>
          </p:cNvPr>
          <p:cNvSpPr/>
          <p:nvPr/>
        </p:nvSpPr>
        <p:spPr>
          <a:xfrm>
            <a:off x="2355136" y="3151907"/>
            <a:ext cx="547589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m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np.random.random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((3, 4))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print(m)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m.sum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F2F1BD3-CE7F-4ED2-95BA-D38DAD577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8690"/>
            <a:ext cx="10160000" cy="5268310"/>
          </a:xfrm>
        </p:spPr>
        <p:txBody>
          <a:bodyPr>
            <a:normAutofit/>
          </a:bodyPr>
          <a:lstStyle/>
          <a:p>
            <a:pPr marL="231775" lvl="1"/>
            <a:r>
              <a:rPr lang="en-US" sz="2800"/>
              <a:t>Find the minimum value within each column and the maximum value within each row of a matrix: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17FCB-B1B8-4317-8CAD-A989FA4073A3}"/>
              </a:ext>
            </a:extLst>
          </p:cNvPr>
          <p:cNvSpPr/>
          <p:nvPr/>
        </p:nvSpPr>
        <p:spPr>
          <a:xfrm>
            <a:off x="1190907" y="4059551"/>
            <a:ext cx="9347200" cy="21852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sz="2400"/>
              <a:t>[[0.62380587   0.85989032   0.0539478     0.56230791]</a:t>
            </a:r>
          </a:p>
          <a:p>
            <a:r>
              <a:rPr lang="it-IT" sz="2400"/>
              <a:t> [0.58874214   0.48091999   0.88098264   0.66603847]</a:t>
            </a:r>
          </a:p>
          <a:p>
            <a:r>
              <a:rPr lang="it-IT" sz="2400"/>
              <a:t> [0.62270474   0.94163385   0.7421098     0.610237  ]]</a:t>
            </a:r>
          </a:p>
          <a:p>
            <a:endParaRPr lang="it-IT" sz="1600"/>
          </a:p>
          <a:p>
            <a:r>
              <a:rPr lang="it-IT" sz="2400"/>
              <a:t>min in each col =  [0.58874214   0.48091999   0.0539478   0.56230791]</a:t>
            </a:r>
          </a:p>
          <a:p>
            <a:r>
              <a:rPr lang="it-IT" sz="2400"/>
              <a:t>max in each row =  [0.85989032   0.88098264   0.94163385]</a:t>
            </a:r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65365-925C-4701-9F51-B343364CE91B}"/>
              </a:ext>
            </a:extLst>
          </p:cNvPr>
          <p:cNvSpPr/>
          <p:nvPr/>
        </p:nvSpPr>
        <p:spPr>
          <a:xfrm>
            <a:off x="1190907" y="2395594"/>
            <a:ext cx="9347200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m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np.random.random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((3, 4))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print(m)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print('min in each col = ',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m.min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axis=0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print('max in each row = ',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m.max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axis=1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4161815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8B477-2CFB-484E-9D6A-3619E4E1F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5962"/>
            <a:ext cx="10160000" cy="892010"/>
          </a:xfrm>
        </p:spPr>
        <p:txBody>
          <a:bodyPr/>
          <a:lstStyle/>
          <a:p>
            <a:r>
              <a:rPr lang="en-US"/>
              <a:t>Computation on Arrays: Broadcasting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97685-BCC8-49A8-A9EE-72A7F3BE4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5628"/>
            <a:ext cx="10160000" cy="5331372"/>
          </a:xfrm>
        </p:spPr>
        <p:txBody>
          <a:bodyPr>
            <a:normAutofit/>
          </a:bodyPr>
          <a:lstStyle/>
          <a:p>
            <a:r>
              <a:rPr lang="en-US" sz="2800"/>
              <a:t>Another important concept in vectorizing operations is NumPy’s </a:t>
            </a:r>
            <a:r>
              <a:rPr lang="en-US" sz="2800" u="sng"/>
              <a:t>broadcasting</a:t>
            </a:r>
            <a:r>
              <a:rPr lang="en-US" sz="2800"/>
              <a:t> feature.</a:t>
            </a:r>
          </a:p>
          <a:p>
            <a:r>
              <a:rPr lang="en-US" sz="2800"/>
              <a:t>Broadcasting is simply a set of rules for applying </a:t>
            </a:r>
            <a:r>
              <a:rPr lang="en-US" sz="2800" err="1"/>
              <a:t>ufuncs</a:t>
            </a:r>
            <a:r>
              <a:rPr lang="en-US" sz="2800"/>
              <a:t> to arrays of different sizes.</a:t>
            </a:r>
          </a:p>
          <a:p>
            <a:r>
              <a:rPr lang="en-US" sz="2800"/>
              <a:t>For arrays of the same size, binary operations are performed on an element-by-element basis: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9898A-DC1A-4698-99AD-A8ED2CB8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49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4A4104-2E9A-458D-92E7-1A84B45FCC3F}"/>
              </a:ext>
            </a:extLst>
          </p:cNvPr>
          <p:cNvSpPr/>
          <p:nvPr/>
        </p:nvSpPr>
        <p:spPr>
          <a:xfrm>
            <a:off x="1562250" y="4362983"/>
            <a:ext cx="5494767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a = 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([0, 1, 2])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b = 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([5, 5, 5])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print(a + b)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97FE1C-6B15-4DDB-8842-95441F424C1A}"/>
              </a:ext>
            </a:extLst>
          </p:cNvPr>
          <p:cNvSpPr/>
          <p:nvPr/>
        </p:nvSpPr>
        <p:spPr>
          <a:xfrm>
            <a:off x="7236887" y="5189152"/>
            <a:ext cx="1117614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2800"/>
              <a:t>[5 6 7]</a:t>
            </a:r>
          </a:p>
        </p:txBody>
      </p:sp>
    </p:spTree>
    <p:extLst>
      <p:ext uri="{BB962C8B-B14F-4D97-AF65-F5344CB8AC3E}">
        <p14:creationId xmlns:p14="http://schemas.microsoft.com/office/powerpoint/2010/main" val="29064740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8B477-2CFB-484E-9D6A-3619E4E1F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5962"/>
            <a:ext cx="10160000" cy="892010"/>
          </a:xfrm>
        </p:spPr>
        <p:txBody>
          <a:bodyPr/>
          <a:lstStyle/>
          <a:p>
            <a:r>
              <a:rPr lang="en-US"/>
              <a:t>Computation on Arrays: Broadcasting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97685-BCC8-49A8-A9EE-72A7F3BE4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5628"/>
            <a:ext cx="10160000" cy="5331372"/>
          </a:xfrm>
        </p:spPr>
        <p:txBody>
          <a:bodyPr>
            <a:normAutofit/>
          </a:bodyPr>
          <a:lstStyle/>
          <a:p>
            <a:r>
              <a:rPr lang="en-US" sz="2800"/>
              <a:t>Consider adding a scalar ("zero-dimensional array" – a single number) to an array</a:t>
            </a:r>
          </a:p>
          <a:p>
            <a:r>
              <a:rPr lang="en-US" sz="2800"/>
              <a:t>Think of this as an operation that "stretches" or duplicates the value into the array, then adds the results. </a:t>
            </a:r>
          </a:p>
          <a:p>
            <a:pPr lvl="1"/>
            <a:r>
              <a:rPr lang="en-US" sz="2400"/>
              <a:t>The duplication of values does not actually take place, but is a useful mental model for thinking about broadcasting.</a:t>
            </a:r>
          </a:p>
          <a:p>
            <a:pPr lvl="1"/>
            <a:r>
              <a:rPr lang="en-US" sz="2400"/>
              <a:t>e.g. a 1 x 3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9898A-DC1A-4698-99AD-A8ED2CB8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50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4A4104-2E9A-458D-92E7-1A84B45FCC3F}"/>
              </a:ext>
            </a:extLst>
          </p:cNvPr>
          <p:cNvSpPr/>
          <p:nvPr/>
        </p:nvSpPr>
        <p:spPr>
          <a:xfrm>
            <a:off x="1693420" y="4655236"/>
            <a:ext cx="5177576" cy="9541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a = 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([0, 1, 2])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print(a + 5)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97FE1C-6B15-4DDB-8842-95441F424C1A}"/>
              </a:ext>
            </a:extLst>
          </p:cNvPr>
          <p:cNvSpPr/>
          <p:nvPr/>
        </p:nvSpPr>
        <p:spPr>
          <a:xfrm>
            <a:off x="6978565" y="5086123"/>
            <a:ext cx="1117614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2800"/>
              <a:t>[5 6 7]</a:t>
            </a:r>
          </a:p>
        </p:txBody>
      </p:sp>
    </p:spTree>
    <p:extLst>
      <p:ext uri="{BB962C8B-B14F-4D97-AF65-F5344CB8AC3E}">
        <p14:creationId xmlns:p14="http://schemas.microsoft.com/office/powerpoint/2010/main" val="37115479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8B477-2CFB-484E-9D6A-3619E4E1F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5962"/>
            <a:ext cx="10160000" cy="892010"/>
          </a:xfrm>
        </p:spPr>
        <p:txBody>
          <a:bodyPr/>
          <a:lstStyle/>
          <a:p>
            <a:r>
              <a:rPr lang="en-US"/>
              <a:t>Computation on Arrays: Broadcasting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97685-BCC8-49A8-A9EE-72A7F3BE4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5628"/>
            <a:ext cx="10160000" cy="5331372"/>
          </a:xfrm>
        </p:spPr>
        <p:txBody>
          <a:bodyPr/>
          <a:lstStyle/>
          <a:p>
            <a:r>
              <a:rPr lang="en-US" sz="2800"/>
              <a:t>In most calculations, the smaller array is stretched, or broadcast across the larger array so that they have compatible shapes. </a:t>
            </a:r>
          </a:p>
          <a:p>
            <a:r>
              <a:rPr lang="en-US" sz="2800"/>
              <a:t>e.g. add a one-dimensional array to a two-dimensional array:</a:t>
            </a:r>
          </a:p>
          <a:p>
            <a:pPr lvl="1"/>
            <a:r>
              <a:rPr lang="en-US" sz="2600"/>
              <a:t>Here the one-dimensional array a is broadcast across the second dimension in order to match the shape of m</a:t>
            </a:r>
            <a:endParaRPr lang="en-US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9898A-DC1A-4698-99AD-A8ED2CB8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51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4A4104-2E9A-458D-92E7-1A84B45FCC3F}"/>
              </a:ext>
            </a:extLst>
          </p:cNvPr>
          <p:cNvSpPr/>
          <p:nvPr/>
        </p:nvSpPr>
        <p:spPr>
          <a:xfrm>
            <a:off x="688490" y="3535297"/>
            <a:ext cx="5107726" cy="22467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a = 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([0, 1, 2])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m = 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np.ones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((3, 3))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print(a)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print(m)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print(m + a))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97FE1C-6B15-4DDB-8842-95441F424C1A}"/>
              </a:ext>
            </a:extLst>
          </p:cNvPr>
          <p:cNvSpPr/>
          <p:nvPr/>
        </p:nvSpPr>
        <p:spPr>
          <a:xfrm>
            <a:off x="5969187" y="3460790"/>
            <a:ext cx="2056472" cy="30162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/>
              <a:t>  [0   1   2]</a:t>
            </a:r>
          </a:p>
          <a:p>
            <a:endParaRPr lang="en-US" sz="1100"/>
          </a:p>
          <a:p>
            <a:r>
              <a:rPr lang="en-US" sz="2400"/>
              <a:t>[[1.   1.   1.]</a:t>
            </a:r>
          </a:p>
          <a:p>
            <a:r>
              <a:rPr lang="en-US" sz="2400"/>
              <a:t> [1.   1.   1.]</a:t>
            </a:r>
          </a:p>
          <a:p>
            <a:r>
              <a:rPr lang="en-US" sz="2400"/>
              <a:t> [1.   1.   1.]]</a:t>
            </a:r>
          </a:p>
          <a:p>
            <a:endParaRPr lang="en-US" sz="1100"/>
          </a:p>
          <a:p>
            <a:r>
              <a:rPr lang="en-US" sz="2400"/>
              <a:t>[[1.   2.   3.]</a:t>
            </a:r>
          </a:p>
          <a:p>
            <a:r>
              <a:rPr lang="en-US" sz="2400"/>
              <a:t> [1.   2.   3.]</a:t>
            </a:r>
          </a:p>
          <a:p>
            <a:r>
              <a:rPr lang="en-US" sz="2400"/>
              <a:t> [1.   2.   3.]]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B6B4A9-01D9-482E-B6EF-43C403ACFD9C}"/>
              </a:ext>
            </a:extLst>
          </p:cNvPr>
          <p:cNvSpPr/>
          <p:nvPr/>
        </p:nvSpPr>
        <p:spPr>
          <a:xfrm>
            <a:off x="8713128" y="3987118"/>
            <a:ext cx="2056472" cy="12003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/>
              <a:t> + [0   1   2]</a:t>
            </a:r>
          </a:p>
          <a:p>
            <a:r>
              <a:rPr lang="en-US" sz="2400"/>
              <a:t> + [0   1   2]</a:t>
            </a:r>
          </a:p>
          <a:p>
            <a:r>
              <a:rPr lang="en-US" sz="2400"/>
              <a:t> + [0   1   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7DE71C-7AA1-48A9-83B5-922740D894BB}"/>
              </a:ext>
            </a:extLst>
          </p:cNvPr>
          <p:cNvCxnSpPr/>
          <p:nvPr/>
        </p:nvCxnSpPr>
        <p:spPr>
          <a:xfrm flipH="1">
            <a:off x="8103528" y="4263135"/>
            <a:ext cx="609600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BF4668-3112-4611-9A7F-6B8B2B7E83CF}"/>
              </a:ext>
            </a:extLst>
          </p:cNvPr>
          <p:cNvCxnSpPr/>
          <p:nvPr/>
        </p:nvCxnSpPr>
        <p:spPr>
          <a:xfrm flipH="1">
            <a:off x="8103528" y="4679615"/>
            <a:ext cx="609600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71498D-3F49-479C-AC56-98990E5C0DD0}"/>
              </a:ext>
            </a:extLst>
          </p:cNvPr>
          <p:cNvCxnSpPr/>
          <p:nvPr/>
        </p:nvCxnSpPr>
        <p:spPr>
          <a:xfrm flipH="1">
            <a:off x="8103528" y="5078570"/>
            <a:ext cx="609600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9212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8B477-2CFB-484E-9D6A-3619E4E1F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5962"/>
            <a:ext cx="10160000" cy="892010"/>
          </a:xfrm>
        </p:spPr>
        <p:txBody>
          <a:bodyPr/>
          <a:lstStyle/>
          <a:p>
            <a:r>
              <a:rPr lang="en-US"/>
              <a:t>Computation on Arrays: Broadcasting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97685-BCC8-49A8-A9EE-72A7F3BE4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6650"/>
            <a:ext cx="10160000" cy="620110"/>
          </a:xfrm>
        </p:spPr>
        <p:txBody>
          <a:bodyPr/>
          <a:lstStyle/>
          <a:p>
            <a:r>
              <a:rPr lang="en-US" sz="2800"/>
              <a:t>More complicated cases can involve broadcasting of both arrays.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9898A-DC1A-4698-99AD-A8ED2CB8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52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B332BE-A189-4838-842C-A97236678D02}"/>
              </a:ext>
            </a:extLst>
          </p:cNvPr>
          <p:cNvSpPr/>
          <p:nvPr/>
        </p:nvSpPr>
        <p:spPr>
          <a:xfrm>
            <a:off x="1001986" y="2059409"/>
            <a:ext cx="6096000" cy="19389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a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(3)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b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(3)[:,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np.newaxis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print(a)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print(b)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print(a + b)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26A1F5-FA39-48D3-8E61-6CE478560D79}"/>
              </a:ext>
            </a:extLst>
          </p:cNvPr>
          <p:cNvSpPr/>
          <p:nvPr/>
        </p:nvSpPr>
        <p:spPr>
          <a:xfrm>
            <a:off x="7730358" y="2059409"/>
            <a:ext cx="2417379" cy="403187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3200"/>
              <a:t>[0 1 2]</a:t>
            </a:r>
          </a:p>
          <a:p>
            <a:endParaRPr lang="en-US" sz="1200"/>
          </a:p>
          <a:p>
            <a:r>
              <a:rPr lang="en-US" sz="3200"/>
              <a:t>[[0]</a:t>
            </a:r>
          </a:p>
          <a:p>
            <a:r>
              <a:rPr lang="en-US" sz="3200"/>
              <a:t> [1]</a:t>
            </a:r>
          </a:p>
          <a:p>
            <a:r>
              <a:rPr lang="en-US" sz="3200"/>
              <a:t> [2]]</a:t>
            </a:r>
          </a:p>
          <a:p>
            <a:endParaRPr lang="en-US" sz="1200"/>
          </a:p>
          <a:p>
            <a:r>
              <a:rPr lang="en-US" sz="3200"/>
              <a:t>[[0 1 2]</a:t>
            </a:r>
          </a:p>
          <a:p>
            <a:r>
              <a:rPr lang="en-US" sz="3200"/>
              <a:t> [1 2 3]</a:t>
            </a:r>
          </a:p>
          <a:p>
            <a:r>
              <a:rPr lang="en-US" sz="3200"/>
              <a:t> [2 3 4]]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BC99FBE-724A-427B-8A28-1A65412E5EAA}"/>
              </a:ext>
            </a:extLst>
          </p:cNvPr>
          <p:cNvSpPr txBox="1">
            <a:spLocks/>
          </p:cNvSpPr>
          <p:nvPr/>
        </p:nvSpPr>
        <p:spPr>
          <a:xfrm>
            <a:off x="662266" y="4271050"/>
            <a:ext cx="6779172" cy="2214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Previously, one value was broadcast to match the shape of the other, but here both a and b are stretched to match a common shape, and the result is a two-dimensional array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216128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8B477-2CFB-484E-9D6A-3619E4E1F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5962"/>
            <a:ext cx="10160000" cy="892010"/>
          </a:xfrm>
        </p:spPr>
        <p:txBody>
          <a:bodyPr/>
          <a:lstStyle/>
          <a:p>
            <a:r>
              <a:rPr lang="en-US"/>
              <a:t>Computation on Arrays: Broadcasting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97685-BCC8-49A8-A9EE-72A7F3BE4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5765"/>
            <a:ext cx="10160000" cy="1893345"/>
          </a:xfrm>
        </p:spPr>
        <p:txBody>
          <a:bodyPr/>
          <a:lstStyle/>
          <a:p>
            <a:r>
              <a:rPr lang="en-US" sz="2800"/>
              <a:t>An array must have a dimension of 1 in order to be "stretchable", which means not all array shapes can be broadcast.</a:t>
            </a:r>
          </a:p>
          <a:p>
            <a:pPr lvl="1"/>
            <a:r>
              <a:rPr lang="en-US" sz="2400"/>
              <a:t>In the following example neither array can be broadcast onto the other because neither has a dimension of 1, so the operation fails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9898A-DC1A-4698-99AD-A8ED2CB8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53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B332BE-A189-4838-842C-A97236678D02}"/>
              </a:ext>
            </a:extLst>
          </p:cNvPr>
          <p:cNvSpPr/>
          <p:nvPr/>
        </p:nvSpPr>
        <p:spPr>
          <a:xfrm>
            <a:off x="647849" y="3111175"/>
            <a:ext cx="10083501" cy="34778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m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(([2,4,6],[3,4,5]))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print(m)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[[2, 4, 6],       # 2 x 3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[3, 4, 5]]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n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(([1,2],[1,2],[1,2],[1,2]))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print(n)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[[1, 2],          # 4 x 2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[1, 2],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[1, 2],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[1, 2]]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print(m + n)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296899-B546-4913-92FD-8CBBB9A34D47}"/>
              </a:ext>
            </a:extLst>
          </p:cNvPr>
          <p:cNvSpPr/>
          <p:nvPr/>
        </p:nvSpPr>
        <p:spPr>
          <a:xfrm>
            <a:off x="6024284" y="5319902"/>
            <a:ext cx="4622202" cy="12003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err="1"/>
              <a:t>ValueError</a:t>
            </a:r>
            <a:r>
              <a:rPr lang="en-US" sz="2400"/>
              <a:t>: operands could not be broadcast together with shapes (2,3) (4,2) </a:t>
            </a:r>
          </a:p>
        </p:txBody>
      </p:sp>
    </p:spTree>
    <p:extLst>
      <p:ext uri="{BB962C8B-B14F-4D97-AF65-F5344CB8AC3E}">
        <p14:creationId xmlns:p14="http://schemas.microsoft.com/office/powerpoint/2010/main" val="27183462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A5674-E770-405D-B49D-E1BC0E4B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164"/>
            <a:ext cx="10160000" cy="704308"/>
          </a:xfrm>
        </p:spPr>
        <p:txBody>
          <a:bodyPr/>
          <a:lstStyle/>
          <a:p>
            <a:r>
              <a:rPr lang="en-US"/>
              <a:t>Comparisons, Masks, and Boolean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4298B-D8CF-4E01-9FA2-2A2D33DDE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6373"/>
            <a:ext cx="10160000" cy="5250628"/>
          </a:xfrm>
        </p:spPr>
        <p:txBody>
          <a:bodyPr>
            <a:noAutofit/>
          </a:bodyPr>
          <a:lstStyle/>
          <a:p>
            <a:r>
              <a:rPr lang="en-US" sz="2800"/>
              <a:t>Boolean </a:t>
            </a:r>
            <a:r>
              <a:rPr lang="en-US" sz="2800" u="sng"/>
              <a:t>masks</a:t>
            </a:r>
            <a:r>
              <a:rPr lang="en-US" sz="2800"/>
              <a:t> can be used to examine and manipulate values within NumPy arrays. </a:t>
            </a:r>
          </a:p>
          <a:p>
            <a:pPr lvl="1"/>
            <a:r>
              <a:rPr lang="en-US" sz="2400"/>
              <a:t>Masking is useful to extract, modify, count, or otherwise manipulate values in an array based on some criterion</a:t>
            </a:r>
          </a:p>
          <a:p>
            <a:pPr marL="114300" indent="0">
              <a:buNone/>
            </a:pPr>
            <a:endParaRPr lang="en-US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258D3-2415-4788-87F6-43853BE4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54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6F7033-A984-4FB4-B892-F0A927570E83}"/>
              </a:ext>
            </a:extLst>
          </p:cNvPr>
          <p:cNvSpPr/>
          <p:nvPr/>
        </p:nvSpPr>
        <p:spPr>
          <a:xfrm>
            <a:off x="1114425" y="3530231"/>
            <a:ext cx="5372100" cy="22467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([1, 2, 3, 4, 5])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print(x &lt; 3)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print(x &gt; 3)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print(x != 3)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print(x == 3)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print((2 * x) == (x ** 2))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30BE01-71EC-4BDB-A4C7-21EC38800DD7}"/>
              </a:ext>
            </a:extLst>
          </p:cNvPr>
          <p:cNvSpPr/>
          <p:nvPr/>
        </p:nvSpPr>
        <p:spPr>
          <a:xfrm>
            <a:off x="6702425" y="3838008"/>
            <a:ext cx="4067175" cy="193899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da-DK" sz="2000"/>
              <a:t>[1 2 3 4 5]</a:t>
            </a:r>
          </a:p>
          <a:p>
            <a:r>
              <a:rPr lang="da-DK" sz="2000"/>
              <a:t>[ True  True False False False]</a:t>
            </a:r>
          </a:p>
          <a:p>
            <a:r>
              <a:rPr lang="da-DK" sz="2000"/>
              <a:t>[False False False  True  True]</a:t>
            </a:r>
          </a:p>
          <a:p>
            <a:r>
              <a:rPr lang="da-DK" sz="2000"/>
              <a:t>[ True  True False  True  True]</a:t>
            </a:r>
          </a:p>
          <a:p>
            <a:r>
              <a:rPr lang="da-DK" sz="2000"/>
              <a:t>[False False  True False False]</a:t>
            </a:r>
          </a:p>
          <a:p>
            <a:r>
              <a:rPr lang="da-DK" sz="2000"/>
              <a:t>[False  True False False False]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5619326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34A6B-8EB5-4A44-8164-ACBC82FD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1288"/>
            <a:ext cx="10160000" cy="773112"/>
          </a:xfrm>
        </p:spPr>
        <p:txBody>
          <a:bodyPr/>
          <a:lstStyle/>
          <a:p>
            <a:r>
              <a:rPr lang="en-US"/>
              <a:t>Working with Masks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E9302-B379-44BF-85C9-367548315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2050"/>
            <a:ext cx="10160000" cy="5314950"/>
          </a:xfrm>
        </p:spPr>
        <p:txBody>
          <a:bodyPr>
            <a:noAutofit/>
          </a:bodyPr>
          <a:lstStyle/>
          <a:p>
            <a:r>
              <a:rPr lang="en-US" sz="3200" dirty="0"/>
              <a:t>Counting entries</a:t>
            </a:r>
          </a:p>
          <a:p>
            <a:pPr lvl="1"/>
            <a:r>
              <a:rPr lang="en-US" sz="3000" dirty="0"/>
              <a:t>How many values are less than 6?</a:t>
            </a:r>
          </a:p>
          <a:p>
            <a:pPr lvl="1"/>
            <a:endParaRPr lang="en-US" sz="3000" dirty="0"/>
          </a:p>
          <a:p>
            <a:pPr lvl="1"/>
            <a:endParaRPr lang="en-US" sz="3000" dirty="0"/>
          </a:p>
          <a:p>
            <a:pPr lvl="1"/>
            <a:endParaRPr lang="en-US" sz="3000" dirty="0"/>
          </a:p>
          <a:p>
            <a:pPr marL="411480" lvl="1" indent="0">
              <a:buNone/>
            </a:pPr>
            <a:endParaRPr lang="en-US" sz="3000" dirty="0"/>
          </a:p>
          <a:p>
            <a:r>
              <a:rPr lang="en-US" sz="2400" dirty="0"/>
              <a:t>"nonzero" as used here in the name </a:t>
            </a:r>
            <a:r>
              <a:rPr lang="en-US" sz="2400" dirty="0" err="1"/>
              <a:t>count_nonzero</a:t>
            </a:r>
            <a:r>
              <a:rPr lang="en-US" sz="2400" dirty="0"/>
              <a:t>() does not refer to numerical values in the original array, but instead refers to the numeric values of 1 (True) and 0 (False) in the logical Boolean array resulting from applying the condition x &lt; 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63718-1DAD-47C8-ACD7-1B7EA510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55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7011C0-D764-4D2E-91C2-3C5A2A126181}"/>
              </a:ext>
            </a:extLst>
          </p:cNvPr>
          <p:cNvSpPr/>
          <p:nvPr/>
        </p:nvSpPr>
        <p:spPr>
          <a:xfrm>
            <a:off x="1260475" y="2585032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np.random.RandomState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rng.randint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(10, size=(3, 4))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np.count_nonzero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 &lt; 6)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DF5636-C80A-4829-9271-90614961DC8A}"/>
              </a:ext>
            </a:extLst>
          </p:cNvPr>
          <p:cNvSpPr/>
          <p:nvPr/>
        </p:nvSpPr>
        <p:spPr>
          <a:xfrm>
            <a:off x="7627060" y="2492699"/>
            <a:ext cx="2466975" cy="17543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/>
              <a:t>[[5 0 3 3]</a:t>
            </a:r>
          </a:p>
          <a:p>
            <a:r>
              <a:rPr lang="en-US" sz="2400"/>
              <a:t> [7 9 3 5]</a:t>
            </a:r>
          </a:p>
          <a:p>
            <a:r>
              <a:rPr lang="en-US" sz="2400"/>
              <a:t> [2 4 7 6]]</a:t>
            </a:r>
          </a:p>
          <a:p>
            <a:endParaRPr lang="en-US" sz="1200"/>
          </a:p>
          <a:p>
            <a:r>
              <a:rPr lang="en-US" sz="240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55504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07331-1FC3-4845-B432-B0E975BA4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62" y="142427"/>
            <a:ext cx="10534650" cy="736581"/>
          </a:xfrm>
        </p:spPr>
        <p:txBody>
          <a:bodyPr/>
          <a:lstStyle/>
          <a:p>
            <a:r>
              <a:rPr lang="en-US"/>
              <a:t>Logical Operators and Boolean Array Masks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A4946-CDF6-41C4-86AC-BFBC89250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21977"/>
            <a:ext cx="10160000" cy="5455024"/>
          </a:xfrm>
        </p:spPr>
        <p:txBody>
          <a:bodyPr>
            <a:normAutofit/>
          </a:bodyPr>
          <a:lstStyle/>
          <a:p>
            <a:r>
              <a:rPr lang="en-US" sz="2400" dirty="0"/>
              <a:t>Python’s bitwise logic operators, &amp;, |, ^, and ~ are overloaded in NumPy as </a:t>
            </a:r>
            <a:r>
              <a:rPr lang="en-US" sz="2400" dirty="0" err="1"/>
              <a:t>ufuncs</a:t>
            </a:r>
            <a:r>
              <a:rPr lang="en-US" sz="2400" dirty="0"/>
              <a:t> that work element-wise on (usually Boolean) arrays.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007BA-BD08-4773-B2CA-6FE268921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56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8758F0-EA92-40D6-8029-8AA80A12316A}"/>
              </a:ext>
            </a:extLst>
          </p:cNvPr>
          <p:cNvSpPr/>
          <p:nvPr/>
        </p:nvSpPr>
        <p:spPr>
          <a:xfrm>
            <a:off x="1727151" y="4215601"/>
            <a:ext cx="5695950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print(x[x &lt; 6])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print(x[~(x &lt; 6)])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print(x[x &gt; 2])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x[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 &lt; 6)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(x &gt; 2)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(x[(x &lt; 6) &amp; (x &gt; 2)]))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3BFE78-3AA5-41BB-A838-5198D711AF71}"/>
              </a:ext>
            </a:extLst>
          </p:cNvPr>
          <p:cNvSpPr/>
          <p:nvPr/>
        </p:nvSpPr>
        <p:spPr>
          <a:xfrm>
            <a:off x="7616875" y="3802676"/>
            <a:ext cx="3048000" cy="24929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[[5 0 3 3]</a:t>
            </a:r>
          </a:p>
          <a:p>
            <a:r>
              <a:rPr lang="en-US" b="1" dirty="0"/>
              <a:t> [7 9 3 5]</a:t>
            </a:r>
          </a:p>
          <a:p>
            <a:r>
              <a:rPr lang="en-US" b="1" dirty="0"/>
              <a:t> [2 4 7 6]]</a:t>
            </a:r>
          </a:p>
          <a:p>
            <a:endParaRPr lang="en-US" sz="1200" b="1" dirty="0"/>
          </a:p>
          <a:p>
            <a:r>
              <a:rPr lang="en-US" b="1" dirty="0"/>
              <a:t>[5 0 3 3 3 5 2 4]</a:t>
            </a:r>
          </a:p>
          <a:p>
            <a:r>
              <a:rPr lang="en-US" b="1" dirty="0"/>
              <a:t>[7 9 7 6]</a:t>
            </a:r>
          </a:p>
          <a:p>
            <a:r>
              <a:rPr lang="en-US" b="1" dirty="0"/>
              <a:t>[5 3 3 7 9 3 5 4 7 6]</a:t>
            </a:r>
            <a:endParaRPr lang="en-US" sz="1200" b="1" dirty="0"/>
          </a:p>
          <a:p>
            <a:r>
              <a:rPr lang="en-US" b="1" dirty="0"/>
              <a:t>[5 3 3 3 5 4]</a:t>
            </a:r>
          </a:p>
          <a:p>
            <a:r>
              <a:rPr lang="en-US" b="1" dirty="0"/>
              <a:t>23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6C06734-056C-4331-8ADA-236293583B5A}"/>
              </a:ext>
            </a:extLst>
          </p:cNvPr>
          <p:cNvGraphicFramePr>
            <a:graphicFrameLocks noGrp="1"/>
          </p:cNvGraphicFramePr>
          <p:nvPr/>
        </p:nvGraphicFramePr>
        <p:xfrm>
          <a:off x="3357530" y="1895998"/>
          <a:ext cx="3140088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090">
                  <a:extLst>
                    <a:ext uri="{9D8B030D-6E8A-4147-A177-3AD203B41FA5}">
                      <a16:colId xmlns:a16="http://schemas.microsoft.com/office/drawing/2014/main" val="3672523811"/>
                    </a:ext>
                  </a:extLst>
                </a:gridCol>
                <a:gridCol w="2669998">
                  <a:extLst>
                    <a:ext uri="{9D8B030D-6E8A-4147-A177-3AD203B41FA5}">
                      <a16:colId xmlns:a16="http://schemas.microsoft.com/office/drawing/2014/main" val="1184928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logical 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222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logical 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504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logical exclusive 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653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logical 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53109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B33FD4D-B49A-40A9-B05A-50F1664160B0}"/>
              </a:ext>
            </a:extLst>
          </p:cNvPr>
          <p:cNvSpPr/>
          <p:nvPr/>
        </p:nvSpPr>
        <p:spPr>
          <a:xfrm>
            <a:off x="880696" y="3775664"/>
            <a:ext cx="68277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Arial" panose="020B0604020202020204" pitchFamily="34" charset="0"/>
              <a:buChar char="•"/>
            </a:pPr>
            <a:r>
              <a:rPr lang="en-US" dirty="0"/>
              <a:t>Boolean arrays can be used as masks to select elements from arrays</a:t>
            </a:r>
          </a:p>
        </p:txBody>
      </p:sp>
    </p:spTree>
    <p:extLst>
      <p:ext uri="{BB962C8B-B14F-4D97-AF65-F5344CB8AC3E}">
        <p14:creationId xmlns:p14="http://schemas.microsoft.com/office/powerpoint/2010/main" val="22838844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1D683-3D6B-43FA-AF26-F4B60FDB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0846"/>
            <a:ext cx="10160000" cy="811212"/>
          </a:xfrm>
        </p:spPr>
        <p:txBody>
          <a:bodyPr/>
          <a:lstStyle/>
          <a:p>
            <a:r>
              <a:rPr lang="en-US"/>
              <a:t>Fancy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900B8-7B3E-47F1-82C1-03E222C27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0151"/>
            <a:ext cx="10160000" cy="5276850"/>
          </a:xfrm>
        </p:spPr>
        <p:txBody>
          <a:bodyPr/>
          <a:lstStyle/>
          <a:p>
            <a:r>
              <a:rPr lang="en-US" sz="2400" u="sng"/>
              <a:t>Fancy</a:t>
            </a:r>
            <a:r>
              <a:rPr lang="en-US" sz="2400"/>
              <a:t> </a:t>
            </a:r>
            <a:r>
              <a:rPr lang="en-US" sz="2400" u="sng"/>
              <a:t>indexing</a:t>
            </a:r>
            <a:r>
              <a:rPr lang="en-US" sz="2400"/>
              <a:t> is like simple indexing, but uses arrays of indices in place of single scalars. </a:t>
            </a:r>
          </a:p>
          <a:p>
            <a:pPr lvl="1"/>
            <a:r>
              <a:rPr lang="en-US"/>
              <a:t>This allows for quick access and simple modifications of complicated subsets of array values.</a:t>
            </a:r>
          </a:p>
          <a:p>
            <a:pPr lvl="1"/>
            <a:r>
              <a:rPr lang="en-US"/>
              <a:t>The shape of the result reflects the shape of the index arrays rather than the shape of the array being indexed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10C4A-F31F-4626-88B2-0B27E5AC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57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1E6C7-E109-451E-AA19-39CD9F3B0079}"/>
              </a:ext>
            </a:extLst>
          </p:cNvPr>
          <p:cNvSpPr/>
          <p:nvPr/>
        </p:nvSpPr>
        <p:spPr>
          <a:xfrm>
            <a:off x="1078956" y="3825809"/>
            <a:ext cx="6017170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rng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np.random.RandomState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(42)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rng.randint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(100, size=10)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 [3, 7, 4]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print(x[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])   # access three elements - fancy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# access four elements as a 2x2 array - fancy</a:t>
            </a:r>
          </a:p>
          <a:p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([[3, 7],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    [4, 5]])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print(x[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1D6C7E-B97E-4BAC-9321-BA3FFEEC655E}"/>
              </a:ext>
            </a:extLst>
          </p:cNvPr>
          <p:cNvSpPr/>
          <p:nvPr/>
        </p:nvSpPr>
        <p:spPr>
          <a:xfrm>
            <a:off x="7181850" y="4195141"/>
            <a:ext cx="3502025" cy="193899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/>
              <a:t>[51 92 14 71 60 20 82 86 74 74]</a:t>
            </a:r>
          </a:p>
          <a:p>
            <a:endParaRPr lang="en-US" sz="2000"/>
          </a:p>
          <a:p>
            <a:r>
              <a:rPr lang="en-US" sz="2000"/>
              <a:t>[71 86 60]</a:t>
            </a:r>
          </a:p>
          <a:p>
            <a:endParaRPr lang="en-US" sz="2000"/>
          </a:p>
          <a:p>
            <a:r>
              <a:rPr lang="en-US" sz="2000"/>
              <a:t>[[71 86]</a:t>
            </a:r>
          </a:p>
          <a:p>
            <a:r>
              <a:rPr lang="en-US" sz="2000"/>
              <a:t> [60 20]]</a:t>
            </a:r>
          </a:p>
        </p:txBody>
      </p:sp>
    </p:spTree>
    <p:extLst>
      <p:ext uri="{BB962C8B-B14F-4D97-AF65-F5344CB8AC3E}">
        <p14:creationId xmlns:p14="http://schemas.microsoft.com/office/powerpoint/2010/main" val="30259453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1A55-4541-4227-9146-2C14F5372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Fancy Indexing: Multiple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96EF8-4357-4A79-9B38-D1C033DFC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/>
              <a:t>Fancy indexing also works in multiple dimensions.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CB1C6-7D2B-4BB5-87AD-54C404FC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58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CDE417-2067-462B-95C6-E762BB3A25FC}"/>
              </a:ext>
            </a:extLst>
          </p:cNvPr>
          <p:cNvSpPr/>
          <p:nvPr/>
        </p:nvSpPr>
        <p:spPr>
          <a:xfrm>
            <a:off x="1066800" y="2995136"/>
            <a:ext cx="6410325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(12).reshape((3, 4))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row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([0, 1, 2])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col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([2, 1, 3])</a:t>
            </a:r>
          </a:p>
          <a:p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print(x[row, col])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021F87-10C9-41F5-98AA-B9B773BE5330}"/>
              </a:ext>
            </a:extLst>
          </p:cNvPr>
          <p:cNvSpPr/>
          <p:nvPr/>
        </p:nvSpPr>
        <p:spPr>
          <a:xfrm>
            <a:off x="7809955" y="2995136"/>
            <a:ext cx="2200275" cy="26776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/>
              <a:t>[[ 0  1  2  3]</a:t>
            </a:r>
          </a:p>
          <a:p>
            <a:r>
              <a:rPr lang="en-US" sz="2400"/>
              <a:t> [ 4  5  6  7]</a:t>
            </a:r>
          </a:p>
          <a:p>
            <a:r>
              <a:rPr lang="en-US" sz="2400"/>
              <a:t> [ 8  9 10 11]]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[ 2  5 11]</a:t>
            </a:r>
          </a:p>
        </p:txBody>
      </p:sp>
    </p:spTree>
    <p:extLst>
      <p:ext uri="{BB962C8B-B14F-4D97-AF65-F5344CB8AC3E}">
        <p14:creationId xmlns:p14="http://schemas.microsoft.com/office/powerpoint/2010/main" val="20005468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D3BFC-4C37-4607-9940-44A7216E8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1138"/>
            <a:ext cx="10160000" cy="855662"/>
          </a:xfrm>
        </p:spPr>
        <p:txBody>
          <a:bodyPr/>
          <a:lstStyle/>
          <a:p>
            <a:r>
              <a:rPr lang="en-US"/>
              <a:t>Sorting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09318-6D72-4FE9-ABC6-76676C407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8690"/>
            <a:ext cx="10160000" cy="5268310"/>
          </a:xfrm>
        </p:spPr>
        <p:txBody>
          <a:bodyPr>
            <a:noAutofit/>
          </a:bodyPr>
          <a:lstStyle/>
          <a:p>
            <a:r>
              <a:rPr lang="en-US" sz="2800"/>
              <a:t>A </a:t>
            </a:r>
            <a:r>
              <a:rPr lang="en-US" sz="2800" u="sng"/>
              <a:t>selection sort </a:t>
            </a:r>
            <a:r>
              <a:rPr lang="en-US" sz="2800"/>
              <a:t>repeatedly finds the minimum value from a list, and makes swaps until the list is sorted.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F23D8-D24B-4065-99CA-9E2715AC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59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65C936-B123-40AE-9815-620058FF3FAB}"/>
              </a:ext>
            </a:extLst>
          </p:cNvPr>
          <p:cNvSpPr/>
          <p:nvPr/>
        </p:nvSpPr>
        <p:spPr>
          <a:xfrm>
            <a:off x="1538013" y="2411684"/>
            <a:ext cx="7721600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selection_sort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(x):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       for i in range(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(x)):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           swap = i +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np.argmin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(x[i:])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           (x[i], x[swap]) = (x[swap], x[i])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       return x</a:t>
            </a:r>
          </a:p>
          <a:p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([2, 1, 4, 3, 5])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selection_sort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(x))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F45748-B6A0-497B-9154-4403A30AD5CA}"/>
              </a:ext>
            </a:extLst>
          </p:cNvPr>
          <p:cNvSpPr/>
          <p:nvPr/>
        </p:nvSpPr>
        <p:spPr>
          <a:xfrm>
            <a:off x="1538013" y="5415896"/>
            <a:ext cx="2109076" cy="9541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/>
              <a:t>[2 1 4 3 5]</a:t>
            </a:r>
          </a:p>
          <a:p>
            <a:r>
              <a:rPr lang="en-US" sz="2800"/>
              <a:t>[1 2 3 4 5]</a:t>
            </a:r>
          </a:p>
        </p:txBody>
      </p:sp>
    </p:spTree>
    <p:extLst>
      <p:ext uri="{BB962C8B-B14F-4D97-AF65-F5344CB8AC3E}">
        <p14:creationId xmlns:p14="http://schemas.microsoft.com/office/powerpoint/2010/main" val="10821719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C25E-8168-4DFF-A963-B7D58A092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3107"/>
            <a:ext cx="10160000" cy="776396"/>
          </a:xfrm>
        </p:spPr>
        <p:txBody>
          <a:bodyPr/>
          <a:lstStyle/>
          <a:p>
            <a:r>
              <a:rPr lang="en-US"/>
              <a:t>Fast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40810-7F9B-4433-A961-7C4D90EF6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03283"/>
            <a:ext cx="10160000" cy="5173717"/>
          </a:xfrm>
        </p:spPr>
        <p:txBody>
          <a:bodyPr/>
          <a:lstStyle/>
          <a:p>
            <a:r>
              <a:rPr lang="en-US" sz="2800"/>
              <a:t>The selection sort is simple but much too slow to be useful for larger arrays (a list of N values requires N loops</a:t>
            </a:r>
            <a:r>
              <a:rPr lang="en-US"/>
              <a:t>)</a:t>
            </a:r>
            <a:endParaRPr lang="en-US" sz="1800"/>
          </a:p>
          <a:p>
            <a:r>
              <a:rPr lang="en-US" sz="2800"/>
              <a:t>Although Python has built-in sort and sorted functions to work with lists, NumPy’s </a:t>
            </a:r>
            <a:r>
              <a:rPr lang="en-US" sz="2800" err="1"/>
              <a:t>np.sort</a:t>
            </a:r>
            <a:r>
              <a:rPr lang="en-US" sz="2800"/>
              <a:t> function turns out to be much more efficient.</a:t>
            </a:r>
          </a:p>
          <a:p>
            <a:r>
              <a:rPr lang="en-US" sz="2800"/>
              <a:t>To return a sorted version of the array without modifying the input, use </a:t>
            </a:r>
            <a:r>
              <a:rPr lang="en-US" sz="2800" err="1"/>
              <a:t>np.sort</a:t>
            </a:r>
            <a:r>
              <a:rPr lang="en-US" sz="280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C8BF3-40E4-435A-8214-D21622653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60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C7D61B-6668-4EDC-A712-1264ED3EABC0}"/>
              </a:ext>
            </a:extLst>
          </p:cNvPr>
          <p:cNvSpPr/>
          <p:nvPr/>
        </p:nvSpPr>
        <p:spPr>
          <a:xfrm>
            <a:off x="1150883" y="4782492"/>
            <a:ext cx="6442843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([2, 1, 4, 3, 5])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b="1" err="1">
                <a:latin typeface="Courier New" panose="02070309020205020404" pitchFamily="49" charset="0"/>
                <a:cs typeface="Courier New" panose="02070309020205020404" pitchFamily="49" charset="0"/>
              </a:rPr>
              <a:t>np.sort</a:t>
            </a:r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39BB42-667C-4656-8DC3-DE15438C13CC}"/>
              </a:ext>
            </a:extLst>
          </p:cNvPr>
          <p:cNvSpPr/>
          <p:nvPr/>
        </p:nvSpPr>
        <p:spPr>
          <a:xfrm>
            <a:off x="7756634" y="5213380"/>
            <a:ext cx="1828801" cy="9541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/>
              <a:t>[2 1 4 3 5]</a:t>
            </a:r>
          </a:p>
          <a:p>
            <a:r>
              <a:rPr lang="en-US" sz="2800"/>
              <a:t>[1 2 3 4 5]</a:t>
            </a:r>
          </a:p>
        </p:txBody>
      </p:sp>
    </p:spTree>
    <p:extLst>
      <p:ext uri="{BB962C8B-B14F-4D97-AF65-F5344CB8AC3E}">
        <p14:creationId xmlns:p14="http://schemas.microsoft.com/office/powerpoint/2010/main" val="2289147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B063-BB6D-4A78-B42B-807C17F4D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839459"/>
          </a:xfrm>
        </p:spPr>
        <p:txBody>
          <a:bodyPr/>
          <a:lstStyle/>
          <a:p>
            <a:r>
              <a:rPr lang="en-US"/>
              <a:t>Sorting In 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29385-1CE9-4AC7-B65A-9B48DB247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66345"/>
            <a:ext cx="10160000" cy="5110655"/>
          </a:xfrm>
        </p:spPr>
        <p:txBody>
          <a:bodyPr/>
          <a:lstStyle/>
          <a:p>
            <a:r>
              <a:rPr lang="en-US" sz="2800"/>
              <a:t>To sort an array in-place, use the array's sort() method: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1668C-2838-482F-8AF0-95C25455B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61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B51824-F2AA-4CBF-A73D-3E7A9DFB5073}"/>
              </a:ext>
            </a:extLst>
          </p:cNvPr>
          <p:cNvSpPr/>
          <p:nvPr/>
        </p:nvSpPr>
        <p:spPr>
          <a:xfrm>
            <a:off x="1849821" y="2490196"/>
            <a:ext cx="3983421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save_x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x.copy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800" b="1" err="1">
                <a:latin typeface="Courier New" panose="02070309020205020404" pitchFamily="49" charset="0"/>
                <a:cs typeface="Courier New" panose="02070309020205020404" pitchFamily="49" charset="0"/>
              </a:rPr>
              <a:t>x.sort</a:t>
            </a:r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save_x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75F2D4-3EFF-42EA-ACBA-9FCFC1408447}"/>
              </a:ext>
            </a:extLst>
          </p:cNvPr>
          <p:cNvSpPr/>
          <p:nvPr/>
        </p:nvSpPr>
        <p:spPr>
          <a:xfrm>
            <a:off x="6192345" y="3351971"/>
            <a:ext cx="2109076" cy="9541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/>
              <a:t>[2 1 4 3 5]</a:t>
            </a:r>
          </a:p>
          <a:p>
            <a:r>
              <a:rPr lang="en-US" sz="2800"/>
              <a:t>[1 2 3 4 5]</a:t>
            </a:r>
          </a:p>
        </p:txBody>
      </p:sp>
    </p:spTree>
    <p:extLst>
      <p:ext uri="{BB962C8B-B14F-4D97-AF65-F5344CB8AC3E}">
        <p14:creationId xmlns:p14="http://schemas.microsoft.com/office/powerpoint/2010/main" val="29993708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40E9C-5C57-4D82-B294-53297B0AF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0045"/>
            <a:ext cx="10160000" cy="902521"/>
          </a:xfrm>
        </p:spPr>
        <p:txBody>
          <a:bodyPr/>
          <a:lstStyle/>
          <a:p>
            <a:r>
              <a:rPr lang="en-US"/>
              <a:t>Using </a:t>
            </a:r>
            <a:r>
              <a:rPr lang="en-US" err="1"/>
              <a:t>argsort</a:t>
            </a:r>
            <a:r>
              <a:rPr lang="en-US"/>
              <a:t>( ) for Sorted Indices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44DBF-A868-4EB8-839B-DA422D3F7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71752"/>
            <a:ext cx="10160000" cy="5205248"/>
          </a:xfrm>
        </p:spPr>
        <p:txBody>
          <a:bodyPr>
            <a:normAutofit/>
          </a:bodyPr>
          <a:lstStyle/>
          <a:p>
            <a:r>
              <a:rPr lang="en-US" sz="2800"/>
              <a:t>A related function is </a:t>
            </a:r>
            <a:r>
              <a:rPr lang="en-US" sz="2800" err="1"/>
              <a:t>argsort</a:t>
            </a:r>
            <a:r>
              <a:rPr lang="en-US" sz="2800"/>
              <a:t>, which returns the indices of the sorted elements: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CFABA-94B4-4D79-A19E-E7E1FBD5F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62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189E88-5C68-4328-8890-20B6E0F61EE9}"/>
              </a:ext>
            </a:extLst>
          </p:cNvPr>
          <p:cNvSpPr/>
          <p:nvPr/>
        </p:nvSpPr>
        <p:spPr>
          <a:xfrm>
            <a:off x="1785473" y="3657835"/>
            <a:ext cx="2364827" cy="9541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/>
              <a:t>[2 1 4 3 5]</a:t>
            </a:r>
          </a:p>
          <a:p>
            <a:r>
              <a:rPr lang="en-US" sz="2800"/>
              <a:t>[1 0 3 2 4]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26FEDB-AB25-4C05-A84D-5BDC6AE737BA}"/>
              </a:ext>
            </a:extLst>
          </p:cNvPr>
          <p:cNvSpPr/>
          <p:nvPr/>
        </p:nvSpPr>
        <p:spPr>
          <a:xfrm>
            <a:off x="1785473" y="2354071"/>
            <a:ext cx="3690417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i = </a:t>
            </a:r>
            <a:r>
              <a:rPr lang="en-US" sz="2400" b="1" err="1">
                <a:latin typeface="Courier New" panose="02070309020205020404" pitchFamily="49" charset="0"/>
                <a:cs typeface="Courier New" panose="02070309020205020404" pitchFamily="49" charset="0"/>
              </a:rPr>
              <a:t>np.argsort</a:t>
            </a: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print(i)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E9191C-7EFB-47CE-8704-1C1C14B160B1}"/>
              </a:ext>
            </a:extLst>
          </p:cNvPr>
          <p:cNvSpPr/>
          <p:nvPr/>
        </p:nvSpPr>
        <p:spPr>
          <a:xfrm>
            <a:off x="1764453" y="4945811"/>
            <a:ext cx="8220375" cy="13234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/>
              <a:t>1 occurs first in sorted array (index == 0), index of 1 in original array is 1</a:t>
            </a:r>
          </a:p>
          <a:p>
            <a:r>
              <a:rPr lang="en-US" sz="2000"/>
              <a:t>2 occurs second in sorted array (index == 1), index of 2 in original array is 0</a:t>
            </a:r>
          </a:p>
          <a:p>
            <a:r>
              <a:rPr lang="en-US" sz="2000"/>
              <a:t>3 occurs third in sorted array (index == 2), index of 3 in original array is 3</a:t>
            </a:r>
          </a:p>
          <a:p>
            <a:r>
              <a:rPr lang="en-US" sz="2000"/>
              <a:t>…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00C576-1FF5-4FF3-B0E9-9C65EAE2F9EF}"/>
              </a:ext>
            </a:extLst>
          </p:cNvPr>
          <p:cNvSpPr/>
          <p:nvPr/>
        </p:nvSpPr>
        <p:spPr>
          <a:xfrm>
            <a:off x="1366345" y="4134889"/>
            <a:ext cx="2638096" cy="4770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4B5F9CB-AC83-44BB-A355-2EEC6C60AE70}"/>
              </a:ext>
            </a:extLst>
          </p:cNvPr>
          <p:cNvCxnSpPr/>
          <p:nvPr/>
        </p:nvCxnSpPr>
        <p:spPr>
          <a:xfrm flipH="1">
            <a:off x="2312276" y="4636719"/>
            <a:ext cx="367862" cy="3090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9481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0B7C4-8373-4BD5-AE79-EB16D5301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8514"/>
            <a:ext cx="10160000" cy="723845"/>
          </a:xfrm>
        </p:spPr>
        <p:txBody>
          <a:bodyPr/>
          <a:lstStyle/>
          <a:p>
            <a:r>
              <a:rPr lang="en-US"/>
              <a:t>Sorting On Columns or Rows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76E50-2B6B-45A3-9A38-DCF2AE07D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19200"/>
            <a:ext cx="10160000" cy="5257800"/>
          </a:xfrm>
        </p:spPr>
        <p:txBody>
          <a:bodyPr/>
          <a:lstStyle/>
          <a:p>
            <a:r>
              <a:rPr lang="en-US" sz="2800"/>
              <a:t>NumPy’s sorting algorithms allow sorts along specific rows or columns of a multidimensional array using the axis argument.</a:t>
            </a:r>
          </a:p>
          <a:p>
            <a:pPr lvl="1"/>
            <a:r>
              <a:rPr lang="en-US" sz="2600"/>
              <a:t>axis = 0 for columns, axis = 1 for rows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2005D-C2C4-416C-B0D9-DFE23AFF8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63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504259-D778-44B5-8599-1D652B1DA00A}"/>
              </a:ext>
            </a:extLst>
          </p:cNvPr>
          <p:cNvSpPr/>
          <p:nvPr/>
        </p:nvSpPr>
        <p:spPr>
          <a:xfrm>
            <a:off x="1066914" y="2975586"/>
            <a:ext cx="6159061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# seed the random generator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rand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np.random.RandomState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(42)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rand.randint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(0, 10, (4, 6))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# sort each column of x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b="1" err="1">
                <a:latin typeface="Courier New" panose="02070309020205020404" pitchFamily="49" charset="0"/>
                <a:cs typeface="Courier New" panose="02070309020205020404" pitchFamily="49" charset="0"/>
              </a:rPr>
              <a:t>np.sort</a:t>
            </a: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(x, axis=0)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52B62C-02B3-44FC-B9E5-54C5DCDC8E75}"/>
              </a:ext>
            </a:extLst>
          </p:cNvPr>
          <p:cNvSpPr/>
          <p:nvPr/>
        </p:nvSpPr>
        <p:spPr>
          <a:xfrm>
            <a:off x="7747056" y="2975586"/>
            <a:ext cx="2501462" cy="34163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/>
              <a:t>[[6 3 7 4 6 9]</a:t>
            </a:r>
          </a:p>
          <a:p>
            <a:r>
              <a:rPr lang="en-US" sz="2400"/>
              <a:t> [2 6 7 4 3 7]</a:t>
            </a:r>
          </a:p>
          <a:p>
            <a:r>
              <a:rPr lang="en-US" sz="2400"/>
              <a:t> [7 2 5 4 1 7]</a:t>
            </a:r>
          </a:p>
          <a:p>
            <a:r>
              <a:rPr lang="en-US" sz="2400"/>
              <a:t> [5 1 4 0 9 5]]</a:t>
            </a:r>
          </a:p>
          <a:p>
            <a:endParaRPr lang="en-US" sz="2400"/>
          </a:p>
          <a:p>
            <a:r>
              <a:rPr lang="en-US" sz="2400"/>
              <a:t>[[2 1 4 0 1 5]</a:t>
            </a:r>
          </a:p>
          <a:p>
            <a:r>
              <a:rPr lang="en-US" sz="2400"/>
              <a:t> [5 2 5 4 3 7]</a:t>
            </a:r>
          </a:p>
          <a:p>
            <a:r>
              <a:rPr lang="en-US" sz="2400"/>
              <a:t> [6 3 7 4 6 7]</a:t>
            </a:r>
          </a:p>
          <a:p>
            <a:r>
              <a:rPr lang="en-US" sz="2400"/>
              <a:t> [7 6 7 4 9 9]]</a:t>
            </a:r>
          </a:p>
        </p:txBody>
      </p:sp>
    </p:spTree>
    <p:extLst>
      <p:ext uri="{BB962C8B-B14F-4D97-AF65-F5344CB8AC3E}">
        <p14:creationId xmlns:p14="http://schemas.microsoft.com/office/powerpoint/2010/main" val="13916451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0B7C4-8373-4BD5-AE79-EB16D5301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997114"/>
          </a:xfrm>
        </p:spPr>
        <p:txBody>
          <a:bodyPr/>
          <a:lstStyle/>
          <a:p>
            <a:r>
              <a:rPr lang="en-US"/>
              <a:t>Sorting On Columns or Rows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76E50-2B6B-45A3-9A38-DCF2AE07D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97876"/>
            <a:ext cx="10160000" cy="5079124"/>
          </a:xfrm>
        </p:spPr>
        <p:txBody>
          <a:bodyPr/>
          <a:lstStyle/>
          <a:p>
            <a:r>
              <a:rPr lang="en-US" sz="2800"/>
              <a:t>When the axis argument is used, </a:t>
            </a:r>
            <a:r>
              <a:rPr lang="en-US" sz="2800" err="1"/>
              <a:t>np.sort</a:t>
            </a:r>
            <a:r>
              <a:rPr lang="en-US" sz="2800"/>
              <a:t>() treats each row or column as an </a:t>
            </a:r>
            <a:r>
              <a:rPr lang="en-US" sz="2800" u="sng"/>
              <a:t>independent</a:t>
            </a:r>
            <a:r>
              <a:rPr lang="en-US" sz="2800"/>
              <a:t> </a:t>
            </a:r>
            <a:r>
              <a:rPr lang="en-US" sz="2800" u="sng"/>
              <a:t>array;</a:t>
            </a:r>
            <a:r>
              <a:rPr lang="en-US" sz="2800"/>
              <a:t> any relationships between the row or column values will be lost.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2005D-C2C4-416C-B0D9-DFE23AFF8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64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A1DF19-8D29-4D44-A6FF-6AB30E3AD9D1}"/>
              </a:ext>
            </a:extLst>
          </p:cNvPr>
          <p:cNvSpPr/>
          <p:nvPr/>
        </p:nvSpPr>
        <p:spPr>
          <a:xfrm>
            <a:off x="1422400" y="3008126"/>
            <a:ext cx="4876800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# sort each row of x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np.sort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(x, </a:t>
            </a: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axis=1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3DB1B0-681A-46F8-89FA-EED8D5E7B1F6}"/>
              </a:ext>
            </a:extLst>
          </p:cNvPr>
          <p:cNvSpPr/>
          <p:nvPr/>
        </p:nvSpPr>
        <p:spPr>
          <a:xfrm>
            <a:off x="6619880" y="3008126"/>
            <a:ext cx="2774731" cy="34163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/>
              <a:t>[[6 3 7 4 6 9]</a:t>
            </a:r>
          </a:p>
          <a:p>
            <a:r>
              <a:rPr lang="en-US" sz="2400"/>
              <a:t> [2 6 7 4 3 7]</a:t>
            </a:r>
          </a:p>
          <a:p>
            <a:r>
              <a:rPr lang="en-US" sz="2400"/>
              <a:t> [7 2 5 4 1 7]</a:t>
            </a:r>
          </a:p>
          <a:p>
            <a:r>
              <a:rPr lang="en-US" sz="2400"/>
              <a:t> [5 1 4 0 9 5]]</a:t>
            </a:r>
          </a:p>
          <a:p>
            <a:endParaRPr lang="en-US" sz="2400"/>
          </a:p>
          <a:p>
            <a:r>
              <a:rPr lang="en-US" sz="2400"/>
              <a:t>[[3 4 6 6 7 9]</a:t>
            </a:r>
          </a:p>
          <a:p>
            <a:r>
              <a:rPr lang="en-US" sz="2400"/>
              <a:t> [2 3 4 6 7 7]</a:t>
            </a:r>
          </a:p>
          <a:p>
            <a:r>
              <a:rPr lang="en-US" sz="2400"/>
              <a:t> [1 2 4 5 7 7]</a:t>
            </a:r>
          </a:p>
          <a:p>
            <a:r>
              <a:rPr lang="en-US" sz="2400"/>
              <a:t> [0 1 4 5 5 9]]</a:t>
            </a:r>
          </a:p>
        </p:txBody>
      </p:sp>
    </p:spTree>
    <p:extLst>
      <p:ext uri="{BB962C8B-B14F-4D97-AF65-F5344CB8AC3E}">
        <p14:creationId xmlns:p14="http://schemas.microsoft.com/office/powerpoint/2010/main" val="16243873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8198-86B2-42EA-B222-3E72290A0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3038"/>
            <a:ext cx="10160000" cy="969962"/>
          </a:xfrm>
        </p:spPr>
        <p:txBody>
          <a:bodyPr/>
          <a:lstStyle/>
          <a:p>
            <a:r>
              <a:rPr lang="en-US"/>
              <a:t>Partial Sorts: Partitioning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7FDD7-4D98-4AB5-99A9-F55183DE8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10160000" cy="5105400"/>
          </a:xfrm>
        </p:spPr>
        <p:txBody>
          <a:bodyPr>
            <a:normAutofit/>
          </a:bodyPr>
          <a:lstStyle/>
          <a:p>
            <a:r>
              <a:rPr lang="en-US" sz="2800"/>
              <a:t>Instead of sorting the entire array, find the K smallest values.</a:t>
            </a:r>
          </a:p>
          <a:p>
            <a:r>
              <a:rPr lang="en-US" sz="2800" b="1" err="1"/>
              <a:t>np.partition</a:t>
            </a:r>
            <a:r>
              <a:rPr lang="en-US" sz="2800" b="1"/>
              <a:t> </a:t>
            </a:r>
            <a:r>
              <a:rPr lang="en-US" sz="2800"/>
              <a:t>takes an array and a number K and returns a new array with the smallest K values to the left of the partition and the remaining values to the right.</a:t>
            </a:r>
          </a:p>
          <a:p>
            <a:r>
              <a:rPr lang="en-US" sz="2800"/>
              <a:t>Within each partition, </a:t>
            </a:r>
            <a:r>
              <a:rPr lang="en-US" sz="2800" u="sng"/>
              <a:t>the elements are in arbitrary order</a:t>
            </a:r>
            <a:r>
              <a:rPr lang="en-US" sz="280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900CA-C674-4286-A4F5-565AB0F6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65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0C6905-A2DF-4B13-9C5E-C5ED846D0398}"/>
              </a:ext>
            </a:extLst>
          </p:cNvPr>
          <p:cNvSpPr/>
          <p:nvPr/>
        </p:nvSpPr>
        <p:spPr>
          <a:xfrm>
            <a:off x="3787032" y="5374527"/>
            <a:ext cx="2425700" cy="9541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/>
              <a:t>[7 2 3 1 6 5 4]</a:t>
            </a:r>
          </a:p>
          <a:p>
            <a:r>
              <a:rPr lang="en-US" sz="2800"/>
              <a:t>[</a:t>
            </a:r>
            <a:r>
              <a:rPr lang="en-US" sz="2800" b="1"/>
              <a:t>2 1 3 </a:t>
            </a:r>
            <a:r>
              <a:rPr lang="en-US" sz="2800"/>
              <a:t>4 6 5 7]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FBB644-749C-4C34-BFA6-329CA99908AF}"/>
              </a:ext>
            </a:extLst>
          </p:cNvPr>
          <p:cNvSpPr/>
          <p:nvPr/>
        </p:nvSpPr>
        <p:spPr>
          <a:xfrm>
            <a:off x="1572638" y="4025832"/>
            <a:ext cx="730250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([7, 2, 3, 1, 6, 5, 4])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b="1" err="1">
                <a:latin typeface="Courier New" panose="02070309020205020404" pitchFamily="49" charset="0"/>
                <a:cs typeface="Courier New" panose="02070309020205020404" pitchFamily="49" charset="0"/>
              </a:rPr>
              <a:t>np.partition</a:t>
            </a: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(x, 3)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A873419-4E58-4E28-A1F3-BBEF6E48C8E7}"/>
                  </a:ext>
                </a:extLst>
              </p14:cNvPr>
              <p14:cNvContentPartPr/>
              <p14:nvPr/>
            </p14:nvContentPartPr>
            <p14:xfrm>
              <a:off x="5336063" y="3571840"/>
              <a:ext cx="22320" cy="7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A873419-4E58-4E28-A1F3-BBEF6E48C8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27423" y="3562840"/>
                <a:ext cx="3996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70B9349-C6DD-41EB-8203-98BC504BCC9B}"/>
                  </a:ext>
                </a:extLst>
              </p14:cNvPr>
              <p14:cNvContentPartPr/>
              <p14:nvPr/>
            </p14:nvContentPartPr>
            <p14:xfrm>
              <a:off x="4081463" y="2958760"/>
              <a:ext cx="290520" cy="151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70B9349-C6DD-41EB-8203-98BC504BCC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72463" y="2950120"/>
                <a:ext cx="308160" cy="16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77143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1546D-9D12-4538-93DA-FFF54954E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0338"/>
            <a:ext cx="10160000" cy="957262"/>
          </a:xfrm>
        </p:spPr>
        <p:txBody>
          <a:bodyPr/>
          <a:lstStyle/>
          <a:p>
            <a:r>
              <a:rPr lang="en-US"/>
              <a:t>Partitioning on an Axis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FDCE1-918D-4AAA-85D9-4AC9BCD57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31900"/>
            <a:ext cx="10160000" cy="5245100"/>
          </a:xfrm>
        </p:spPr>
        <p:txBody>
          <a:bodyPr>
            <a:normAutofit/>
          </a:bodyPr>
          <a:lstStyle/>
          <a:p>
            <a:r>
              <a:rPr lang="en-US" sz="3200"/>
              <a:t>Partition can work along an arbitrary axis of a multidimensional array</a:t>
            </a:r>
          </a:p>
          <a:p>
            <a:r>
              <a:rPr lang="en-US" sz="2800"/>
              <a:t>The result is an array where the first two columns </a:t>
            </a:r>
            <a:r>
              <a:rPr lang="en-US" sz="2800" u="sng"/>
              <a:t>in each row </a:t>
            </a:r>
            <a:r>
              <a:rPr lang="en-US" sz="2800"/>
              <a:t>contain the smallest values </a:t>
            </a:r>
            <a:r>
              <a:rPr lang="en-US" sz="2800" u="sng"/>
              <a:t>from that row.</a:t>
            </a:r>
          </a:p>
          <a:p>
            <a:r>
              <a:rPr lang="en-US" sz="2800"/>
              <a:t>-1 (the last axis) is the default axis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D9660-C691-4E9C-B1A7-9B9BD980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66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937516-068C-49FE-A639-478675B4FFC4}"/>
              </a:ext>
            </a:extLst>
          </p:cNvPr>
          <p:cNvSpPr/>
          <p:nvPr/>
        </p:nvSpPr>
        <p:spPr>
          <a:xfrm>
            <a:off x="8377338" y="3535297"/>
            <a:ext cx="2063750" cy="286232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/>
              <a:t>[[5 7 0 5 8 3]</a:t>
            </a:r>
          </a:p>
          <a:p>
            <a:r>
              <a:rPr lang="en-US" sz="2000"/>
              <a:t> [2 7 0 2 8 0]</a:t>
            </a:r>
          </a:p>
          <a:p>
            <a:r>
              <a:rPr lang="en-US" sz="2000"/>
              <a:t> [6 2 1 6 3 1]</a:t>
            </a:r>
          </a:p>
          <a:p>
            <a:r>
              <a:rPr lang="en-US" sz="2000"/>
              <a:t> [6 6 4 0 9 6]]</a:t>
            </a:r>
          </a:p>
          <a:p>
            <a:endParaRPr lang="en-US" sz="2000"/>
          </a:p>
          <a:p>
            <a:r>
              <a:rPr lang="en-US" sz="2000"/>
              <a:t>[[</a:t>
            </a:r>
            <a:r>
              <a:rPr lang="en-US" sz="2000" b="1"/>
              <a:t>0 3 </a:t>
            </a:r>
            <a:r>
              <a:rPr lang="en-US" sz="2000"/>
              <a:t>5 5 8 7]</a:t>
            </a:r>
          </a:p>
          <a:p>
            <a:r>
              <a:rPr lang="en-US" sz="2000"/>
              <a:t> [</a:t>
            </a:r>
            <a:r>
              <a:rPr lang="en-US" sz="2000" b="1"/>
              <a:t>0 0 </a:t>
            </a:r>
            <a:r>
              <a:rPr lang="en-US" sz="2000"/>
              <a:t>2 2 8 7]</a:t>
            </a:r>
          </a:p>
          <a:p>
            <a:r>
              <a:rPr lang="en-US" sz="2000"/>
              <a:t> [</a:t>
            </a:r>
            <a:r>
              <a:rPr lang="en-US" sz="2000" b="1"/>
              <a:t>1 1 </a:t>
            </a:r>
            <a:r>
              <a:rPr lang="en-US" sz="2000"/>
              <a:t>2 6 3 6]</a:t>
            </a:r>
          </a:p>
          <a:p>
            <a:r>
              <a:rPr lang="en-US" sz="2000"/>
              <a:t> [</a:t>
            </a:r>
            <a:r>
              <a:rPr lang="en-US" sz="2000" b="1"/>
              <a:t>0 4 </a:t>
            </a:r>
            <a:r>
              <a:rPr lang="en-US" sz="2000"/>
              <a:t>6 6 9 6]]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58A0CA-1870-4104-815B-2F0C08B54A96}"/>
              </a:ext>
            </a:extLst>
          </p:cNvPr>
          <p:cNvSpPr/>
          <p:nvPr/>
        </p:nvSpPr>
        <p:spPr>
          <a:xfrm>
            <a:off x="1228927" y="4072858"/>
            <a:ext cx="681990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sz="240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fr-FR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np.random.randint</a:t>
            </a:r>
            <a:r>
              <a:rPr lang="fr-FR" sz="2400">
                <a:latin typeface="Courier New" panose="02070309020205020404" pitchFamily="49" charset="0"/>
                <a:cs typeface="Courier New" panose="02070309020205020404" pitchFamily="49" charset="0"/>
              </a:rPr>
              <a:t>(0, 10, (4, 6))</a:t>
            </a:r>
          </a:p>
          <a:p>
            <a:r>
              <a:rPr lang="fr-FR" sz="240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fr-FR" sz="240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r>
              <a:rPr lang="fr-FR" sz="240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fr-FR" sz="24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np.partition</a:t>
            </a:r>
            <a:r>
              <a:rPr lang="fr-FR" sz="2400">
                <a:latin typeface="Courier New" panose="02070309020205020404" pitchFamily="49" charset="0"/>
                <a:cs typeface="Courier New" panose="02070309020205020404" pitchFamily="49" charset="0"/>
              </a:rPr>
              <a:t>(x, 2, axis=1))</a:t>
            </a:r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2920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8C35-47E4-4FCB-9077-C5744CEA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5738"/>
            <a:ext cx="10160000" cy="906462"/>
          </a:xfrm>
        </p:spPr>
        <p:txBody>
          <a:bodyPr/>
          <a:lstStyle/>
          <a:p>
            <a:r>
              <a:rPr lang="en-US"/>
              <a:t>Example: k-Nearest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1BEEE-31DA-4FEF-B9F9-F38816D85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2700"/>
            <a:ext cx="10160000" cy="5194300"/>
          </a:xfrm>
        </p:spPr>
        <p:txBody>
          <a:bodyPr>
            <a:normAutofit/>
          </a:bodyPr>
          <a:lstStyle/>
          <a:p>
            <a:r>
              <a:rPr lang="en-US" sz="3200" dirty="0"/>
              <a:t>"The k-nearest neighbors (KNN) algorithm is a simple, easy-to-implement supervised machine learning algorithm that can be used to solve both classification and regression problems."</a:t>
            </a:r>
          </a:p>
          <a:p>
            <a:pPr lvl="1"/>
            <a:r>
              <a:rPr lang="en-US" sz="3200" dirty="0">
                <a:hlinkClick r:id="rId2"/>
              </a:rPr>
              <a:t>https://towardsdatascience.com/machine-learning-basics-with-the-k-nearest-neighbors-algorithm-6a6e71d01761</a:t>
            </a:r>
            <a:endParaRPr lang="en-US" sz="3200" dirty="0"/>
          </a:p>
          <a:p>
            <a:r>
              <a:rPr lang="en-US" sz="3200" dirty="0"/>
              <a:t>Based on the assumption that similar things exist in close proximity ("birds of a feather")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10DF3-32B2-44A1-93E3-7DAF5592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521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8C35-47E4-4FCB-9077-C5744CEA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5738"/>
            <a:ext cx="10160000" cy="906462"/>
          </a:xfrm>
        </p:spPr>
        <p:txBody>
          <a:bodyPr/>
          <a:lstStyle/>
          <a:p>
            <a:r>
              <a:rPr lang="en-US"/>
              <a:t>Example: k-Nearest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1BEEE-31DA-4FEF-B9F9-F38816D85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2700"/>
            <a:ext cx="10160000" cy="5194300"/>
          </a:xfrm>
        </p:spPr>
        <p:txBody>
          <a:bodyPr>
            <a:normAutofit/>
          </a:bodyPr>
          <a:lstStyle/>
          <a:p>
            <a:r>
              <a:rPr lang="en-US" sz="2400"/>
              <a:t>Find the nearest neighbors of each point in a set</a:t>
            </a:r>
          </a:p>
          <a:p>
            <a:pPr lvl="1"/>
            <a:r>
              <a:rPr lang="en-US" sz="2400"/>
              <a:t>Start by creating a random set of 10 2-dimensional points (a 10 x 2 array)</a:t>
            </a:r>
          </a:p>
          <a:p>
            <a:pPr lvl="1"/>
            <a:r>
              <a:rPr lang="en-US" sz="2400"/>
              <a:t>Can you visually identify the K = 3 nearest neighbors to the first point?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10DF3-32B2-44A1-93E3-7DAF5592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68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A79BF3-4633-46AA-9181-E933DA59D392}"/>
              </a:ext>
            </a:extLst>
          </p:cNvPr>
          <p:cNvSpPr/>
          <p:nvPr/>
        </p:nvSpPr>
        <p:spPr>
          <a:xfrm>
            <a:off x="1190964" y="2818443"/>
            <a:ext cx="87249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# create random array of 10 2D points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(10, 2)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[0.75687255 0.891968  ]  # [0] K = 3 nearest neighbors?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[0.91821687 0.85946   ]  # [1]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[0.50718748 0.10660595]  # [2]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[0.64094331 0.78333905]  # [3]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[0.28045269 0.2888203 ]  # [4]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[0.39869403 0.21810444]  # [5]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[0.41660806 0.69813452]  # [6]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[0.81783624 0.72199978]  # [7]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[0.28087945 0.0323053 ]  # [8]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[0.10372152 0.53005891]] # [9]</a:t>
            </a:r>
          </a:p>
        </p:txBody>
      </p:sp>
    </p:spTree>
    <p:extLst>
      <p:ext uri="{BB962C8B-B14F-4D97-AF65-F5344CB8AC3E}">
        <p14:creationId xmlns:p14="http://schemas.microsoft.com/office/powerpoint/2010/main" val="42731113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8C35-47E4-4FCB-9077-C5744CEA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5738"/>
            <a:ext cx="10160000" cy="906462"/>
          </a:xfrm>
        </p:spPr>
        <p:txBody>
          <a:bodyPr/>
          <a:lstStyle/>
          <a:p>
            <a:r>
              <a:rPr lang="en-US"/>
              <a:t>Example: k-Nearest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1BEEE-31DA-4FEF-B9F9-F38816D85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2700"/>
            <a:ext cx="10160000" cy="51943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10DF3-32B2-44A1-93E3-7DAF5592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69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A79BF3-4633-46AA-9181-E933DA59D392}"/>
              </a:ext>
            </a:extLst>
          </p:cNvPr>
          <p:cNvSpPr/>
          <p:nvPr/>
        </p:nvSpPr>
        <p:spPr>
          <a:xfrm>
            <a:off x="889405" y="1720840"/>
            <a:ext cx="960673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# create random array of 10 2D points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(10, 2)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[0.75687255 0.891968  ]  # [0] K = 3 nearest neighbors?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0.91821687 0.85946   ]  # [1] this one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[0.50718748 0.10660595]  # [2]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0.64094331 0.78333905]  # [3] this one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[0.28045269 0.2888203 ]  # [4]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[0.39869403 0.21810444]  # [5]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[0.41660806 0.69813452]  # [6]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0.81783624 0.72199978]  # [7] this one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[0.28087945 0.0323053 ]  # [8]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[0.10372152 0.53005891]] # [9]</a:t>
            </a:r>
          </a:p>
        </p:txBody>
      </p:sp>
    </p:spTree>
    <p:extLst>
      <p:ext uri="{BB962C8B-B14F-4D97-AF65-F5344CB8AC3E}">
        <p14:creationId xmlns:p14="http://schemas.microsoft.com/office/powerpoint/2010/main" val="9335175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8C35-47E4-4FCB-9077-C5744CEA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5738"/>
            <a:ext cx="10160000" cy="906462"/>
          </a:xfrm>
        </p:spPr>
        <p:txBody>
          <a:bodyPr/>
          <a:lstStyle/>
          <a:p>
            <a:r>
              <a:rPr lang="en-US"/>
              <a:t>Example: k-Nearest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1BEEE-31DA-4FEF-B9F9-F38816D85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2700"/>
            <a:ext cx="10160000" cy="5194300"/>
          </a:xfrm>
        </p:spPr>
        <p:txBody>
          <a:bodyPr/>
          <a:lstStyle/>
          <a:p>
            <a:r>
              <a:rPr lang="en-US" sz="2800" dirty="0"/>
              <a:t>Use matplotlib (covered in more detail in an upcoming module) to plot them</a:t>
            </a:r>
          </a:p>
          <a:p>
            <a:pPr lvl="1"/>
            <a:r>
              <a:rPr lang="en-US" sz="2400" dirty="0"/>
              <a:t>Use pip to install matplotlib and seaborn (a matplotlib visualization library) from the command line</a:t>
            </a:r>
          </a:p>
          <a:p>
            <a:endParaRPr lang="en-US" sz="1200" dirty="0"/>
          </a:p>
          <a:p>
            <a:pPr marL="182880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matplotlib</a:t>
            </a:r>
          </a:p>
          <a:p>
            <a:pPr marL="182880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seaborn</a:t>
            </a:r>
          </a:p>
          <a:p>
            <a:pPr marL="1828800" indent="0"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/>
              <a:t>The following code plots the points:</a:t>
            </a:r>
          </a:p>
          <a:p>
            <a:endParaRPr lang="en-US" sz="1200" dirty="0"/>
          </a:p>
          <a:p>
            <a:pPr marL="177800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7800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seaborn;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seaborn.set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# Plot styling</a:t>
            </a:r>
          </a:p>
          <a:p>
            <a:pPr marL="177800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plt.scatter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(x[:, 0], x[:, 1], s=100)</a:t>
            </a:r>
          </a:p>
          <a:p>
            <a:pPr marL="177800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10DF3-32B2-44A1-93E3-7DAF5592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124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8C35-47E4-4FCB-9077-C5744CEA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0" y="185738"/>
            <a:ext cx="9182100" cy="906462"/>
          </a:xfrm>
        </p:spPr>
        <p:txBody>
          <a:bodyPr/>
          <a:lstStyle/>
          <a:p>
            <a:r>
              <a:rPr lang="en-US"/>
              <a:t>Example: k-Nearest Neighbors</a:t>
            </a:r>
          </a:p>
        </p:txBody>
      </p:sp>
      <p:pic>
        <p:nvPicPr>
          <p:cNvPr id="5" name="Content Placeholder 4" descr="Scatterplot of x = x = np.random.rand(10, 2)">
            <a:extLst>
              <a:ext uri="{FF2B5EF4-FFF2-40B4-BE49-F238E27FC236}">
                <a16:creationId xmlns:a16="http://schemas.microsoft.com/office/drawing/2014/main" id="{BC77A346-59FC-473B-9C05-F1673B7D8B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2312" y="1203577"/>
            <a:ext cx="6894405" cy="493776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10DF3-32B2-44A1-93E3-7DAF5592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71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81E20-CF20-4D35-88E1-468FB4D084F5}"/>
              </a:ext>
            </a:extLst>
          </p:cNvPr>
          <p:cNvSpPr txBox="1"/>
          <p:nvPr/>
        </p:nvSpPr>
        <p:spPr>
          <a:xfrm>
            <a:off x="3568700" y="6320976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Scatterplot of x = </a:t>
            </a:r>
            <a:r>
              <a:rPr lang="en-US" b="1"/>
              <a:t>x = </a:t>
            </a:r>
            <a:r>
              <a:rPr lang="en-US" b="1" err="1"/>
              <a:t>np.random.rand</a:t>
            </a:r>
            <a:r>
              <a:rPr lang="en-US" b="1"/>
              <a:t>(10, 2)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5F00EF-B4FA-4F4D-A4D8-C3B9420217AB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7416800" y="1327150"/>
            <a:ext cx="2590800" cy="3365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1D0DC39-F0C5-4782-87B9-A473970D38EB}"/>
              </a:ext>
            </a:extLst>
          </p:cNvPr>
          <p:cNvSpPr/>
          <p:nvPr/>
        </p:nvSpPr>
        <p:spPr>
          <a:xfrm>
            <a:off x="10007600" y="1041400"/>
            <a:ext cx="7620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[0]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751641-F1E9-434D-80A2-E259384A9B51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8458200" y="1898651"/>
            <a:ext cx="1549400" cy="1679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96269DA-76AB-4338-807F-6C6F32C4C722}"/>
              </a:ext>
            </a:extLst>
          </p:cNvPr>
          <p:cNvSpPr/>
          <p:nvPr/>
        </p:nvSpPr>
        <p:spPr>
          <a:xfrm>
            <a:off x="10007600" y="1780898"/>
            <a:ext cx="7620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[1]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A6BC00-83B7-48D2-8653-2327458E1226}"/>
              </a:ext>
            </a:extLst>
          </p:cNvPr>
          <p:cNvSpPr/>
          <p:nvPr/>
        </p:nvSpPr>
        <p:spPr>
          <a:xfrm>
            <a:off x="10007600" y="2520396"/>
            <a:ext cx="7620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[3]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645801-55B5-4043-924D-4EC4886D2F8D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6680200" y="2184400"/>
            <a:ext cx="3327400" cy="6217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B512E22-20DB-4A8D-A35D-035E146384A4}"/>
              </a:ext>
            </a:extLst>
          </p:cNvPr>
          <p:cNvSpPr/>
          <p:nvPr/>
        </p:nvSpPr>
        <p:spPr>
          <a:xfrm>
            <a:off x="10007600" y="3259893"/>
            <a:ext cx="7620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[7]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3AC0853-BCBF-4B20-880F-45F1A60239F9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7783459" y="2579272"/>
            <a:ext cx="2224141" cy="9663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9321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8C35-47E4-4FCB-9077-C5744CEA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5738"/>
            <a:ext cx="10160000" cy="906462"/>
          </a:xfrm>
        </p:spPr>
        <p:txBody>
          <a:bodyPr/>
          <a:lstStyle/>
          <a:p>
            <a:r>
              <a:rPr lang="en-US"/>
              <a:t>Example: k-Nearest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1BEEE-31DA-4FEF-B9F9-F38816D85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2700"/>
            <a:ext cx="10160000" cy="5389562"/>
          </a:xfrm>
        </p:spPr>
        <p:txBody>
          <a:bodyPr>
            <a:normAutofit/>
          </a:bodyPr>
          <a:lstStyle/>
          <a:p>
            <a:r>
              <a:rPr lang="en-US" sz="2400"/>
              <a:t>Compute the distance between each pair of points. </a:t>
            </a:r>
          </a:p>
          <a:p>
            <a:r>
              <a:rPr lang="en-US" sz="2400"/>
              <a:t>The squared distance between two points is the sum of the squared differences in each dimension</a:t>
            </a:r>
          </a:p>
          <a:p>
            <a:r>
              <a:rPr lang="en-US" sz="2400"/>
              <a:t>Use NumPy broadcasting and aggregation routines to compute a matrix of squared distances: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10DF3-32B2-44A1-93E3-7DAF5592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72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C32725-35F0-4616-82A9-F66D4FD233EB}"/>
              </a:ext>
            </a:extLst>
          </p:cNvPr>
          <p:cNvSpPr/>
          <p:nvPr/>
        </p:nvSpPr>
        <p:spPr>
          <a:xfrm>
            <a:off x="1507786" y="3535297"/>
            <a:ext cx="865761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# 1. calculate the difference between each point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diffs = x[:,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np.newaxis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,:] - x[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np.newaxis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,:,:]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# 2. square the differences</a:t>
            </a:r>
          </a:p>
          <a:p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diffs_sq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 diffs ** 2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# 3. sum the squares</a:t>
            </a:r>
          </a:p>
          <a:p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dist_sq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np.sum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diffs_sq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, axis=-1)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# 4. print squared distances (rounded)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dist_sq.round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(decimals=3))</a:t>
            </a:r>
          </a:p>
        </p:txBody>
      </p:sp>
    </p:spTree>
    <p:extLst>
      <p:ext uri="{BB962C8B-B14F-4D97-AF65-F5344CB8AC3E}">
        <p14:creationId xmlns:p14="http://schemas.microsoft.com/office/powerpoint/2010/main" val="2766262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8C35-47E4-4FCB-9077-C5744CEA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5738"/>
            <a:ext cx="10160000" cy="906462"/>
          </a:xfrm>
        </p:spPr>
        <p:txBody>
          <a:bodyPr/>
          <a:lstStyle/>
          <a:p>
            <a:r>
              <a:rPr lang="en-US"/>
              <a:t>Example: k-Nearest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1BEEE-31DA-4FEF-B9F9-F38816D85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2700"/>
            <a:ext cx="10160000" cy="51943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# print squared distances (rounded)</a:t>
            </a:r>
          </a:p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dist_sq.round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(decimals=3))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[[0.    0.027 0.679 0.025 0.591 0.582 0.153 0.033 0.966 0.558]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[0.027 0.    0.736 0.083 0.732 0.681 0.278 0.029 1.09  0.772]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[0.679 0.736 0.    0.476 0.085 0.024 0.358 0.475 0.057 0.342]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[0.025 0.083 0.476 0.    0.375 0.378 0.058 0.035 0.694 0.353]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[0.591 0.732 0.085 0.375 0.    0.019 0.186 0.476 0.066 0.089]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[0.582 0.681 0.024 0.378 0.019 0.    0.231 0.43  0.048 0.184]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[0.153 0.278 0.358 0.058 0.186 0.231 0.    0.162 0.462 0.126]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[0.033 0.029 0.475 0.035 0.476 0.43  0.162 0.    0.764 0.547]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[0.966 1.09  0.057 0.694 0.066 0.048 0.462 0.764 0.    0.279]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[0.558 0.772 0.342 0.353 0.089 0.184 0.126 0.547 0.279 0.   ]]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10DF3-32B2-44A1-93E3-7DAF5592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123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8C35-47E4-4FCB-9077-C5744CEA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5738"/>
            <a:ext cx="10160000" cy="906462"/>
          </a:xfrm>
        </p:spPr>
        <p:txBody>
          <a:bodyPr/>
          <a:lstStyle/>
          <a:p>
            <a:r>
              <a:rPr lang="en-US"/>
              <a:t>Example: k-Nearest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1BEEE-31DA-4FEF-B9F9-F38816D85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2700"/>
            <a:ext cx="10160000" cy="51943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# use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np.argsort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to sort along each row.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# leftmost columns are the indices of nearest neighbors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# leftmost column - each point is its own nearest neighbor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np.argsort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dist_sq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, axis=1))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[[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0 3 1 7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6 9 5 4 2 8]   # guesses were correct!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[1 0 7 3 6 5 4 2 9 8]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[2 5 8 4 9 6 7 3 0 1]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[3 0 7 6 1 9 4 5 2 8]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[4 5 8 2 9 6 3 7 0 1]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[5 4 2 8 9 6 3 7 0 1]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[6 3 9 0 7 4 5 1 2 8]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[7 1 0 3 6 5 2 4 9 8]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[8 5 2 4 9 6 3 7 0 1]</a:t>
            </a:r>
          </a:p>
          <a:p>
            <a:pPr marL="11430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[9 4 6 5 8 2 3 7 0 1]]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10DF3-32B2-44A1-93E3-7DAF5592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849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8C35-47E4-4FCB-9077-C5744CEA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5738"/>
            <a:ext cx="10160000" cy="906462"/>
          </a:xfrm>
        </p:spPr>
        <p:txBody>
          <a:bodyPr/>
          <a:lstStyle/>
          <a:p>
            <a:r>
              <a:rPr lang="en-US"/>
              <a:t>Example: k-Nearest Neighbors (K =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1BEEE-31DA-4FEF-B9F9-F38816D85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2700"/>
            <a:ext cx="10160000" cy="51943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# The previous example uses a full sort.</a:t>
            </a:r>
          </a:p>
          <a:p>
            <a:pPr marL="114300" indent="0">
              <a:buNone/>
            </a:pPr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# For K nearest neighbors, partition each row so</a:t>
            </a:r>
          </a:p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# smallest K + 1 squared distances come first, larger</a:t>
            </a:r>
          </a:p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# distances fill remaining positions of the array. </a:t>
            </a:r>
          </a:p>
          <a:p>
            <a:pPr marL="114300" indent="0">
              <a:buNone/>
            </a:pPr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# Use the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np.argpartition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function:</a:t>
            </a:r>
          </a:p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K = 2</a:t>
            </a:r>
          </a:p>
          <a:p>
            <a:pPr marL="114300" indent="0">
              <a:buNone/>
            </a:pP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nearest_partition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</a:p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np.argpartition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dist_sq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, K + 1, axis=1)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10DF3-32B2-44A1-93E3-7DAF5592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13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8C35-47E4-4FCB-9077-C5744CEA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5738"/>
            <a:ext cx="10160000" cy="906462"/>
          </a:xfrm>
        </p:spPr>
        <p:txBody>
          <a:bodyPr/>
          <a:lstStyle/>
          <a:p>
            <a:r>
              <a:rPr lang="en-US"/>
              <a:t>Example: k-Nearest Neighbors (K =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1BEEE-31DA-4FEF-B9F9-F38816D85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2700"/>
            <a:ext cx="10160000" cy="51943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[[</a:t>
            </a:r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3 1 0 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7 6 9 5 2 8 4]</a:t>
            </a:r>
          </a:p>
          <a:p>
            <a:pPr marL="114300" indent="0">
              <a:buNone/>
            </a:pP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0 1 7 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3 6 5 4 2 8 9]</a:t>
            </a:r>
          </a:p>
          <a:p>
            <a:pPr marL="114300" indent="0">
              <a:buNone/>
            </a:pP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2 5 8 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4 9 1 6 7 3 0]</a:t>
            </a:r>
          </a:p>
          <a:p>
            <a:pPr marL="114300" indent="0">
              <a:buNone/>
            </a:pP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3 7 0 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6 1 9 5 2 8 4]</a:t>
            </a:r>
          </a:p>
          <a:p>
            <a:pPr marL="114300" indent="0">
              <a:buNone/>
            </a:pP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4 5 8 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2 9 1 6 7 3 0]</a:t>
            </a:r>
          </a:p>
          <a:p>
            <a:pPr marL="114300" indent="0">
              <a:buNone/>
            </a:pP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5 4 2 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8 9 1 6 7 3 0]</a:t>
            </a:r>
          </a:p>
          <a:p>
            <a:pPr marL="114300" indent="0">
              <a:buNone/>
            </a:pP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3 9 6 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0 1 5 2 7 8 4]</a:t>
            </a:r>
          </a:p>
          <a:p>
            <a:pPr marL="114300" indent="0">
              <a:buNone/>
            </a:pP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0 7 1 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3 2 5 6 4 8 9]</a:t>
            </a:r>
          </a:p>
          <a:p>
            <a:pPr marL="114300" indent="0">
              <a:buNone/>
            </a:pP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8 5 2 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4 9 1 6 7 3 0]</a:t>
            </a:r>
          </a:p>
          <a:p>
            <a:pPr marL="114300" indent="0">
              <a:buNone/>
            </a:pP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9 4 6 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5 8 2 3 7 1 0]]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10DF3-32B2-44A1-93E3-7DAF5592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341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8C35-47E4-4FCB-9077-C5744CEA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5738"/>
            <a:ext cx="10160000" cy="906462"/>
          </a:xfrm>
        </p:spPr>
        <p:txBody>
          <a:bodyPr/>
          <a:lstStyle/>
          <a:p>
            <a:r>
              <a:rPr lang="en-US"/>
              <a:t>Example: k-Nearest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1BEEE-31DA-4FEF-B9F9-F38816D85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282700"/>
            <a:ext cx="10261600" cy="51943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# draw lines from each point to </a:t>
            </a:r>
          </a:p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# its two nearest neighbors</a:t>
            </a:r>
          </a:p>
          <a:p>
            <a:pPr marL="114300" indent="0">
              <a:buNone/>
            </a:pPr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plt.scatter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(x[:, 0], x[:, 1], s=100)</a:t>
            </a:r>
          </a:p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K = 2</a:t>
            </a:r>
          </a:p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for i in range(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x.shape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[0]):</a:t>
            </a:r>
          </a:p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   for j in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nearest_partition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[i, :K+1]:</a:t>
            </a:r>
          </a:p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       # plot a line from x[i] to x[j]</a:t>
            </a:r>
          </a:p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       # use some zip magic to make it happen:</a:t>
            </a:r>
          </a:p>
          <a:p>
            <a:pPr marL="11430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(*zip(x[j], x[i]), color='black')</a:t>
            </a:r>
          </a:p>
          <a:p>
            <a:pPr marL="114300" indent="0">
              <a:buNone/>
            </a:pPr>
            <a:r>
              <a:rPr lang="en-US" sz="240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10DF3-32B2-44A1-93E3-7DAF5592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5122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8C35-47E4-4FCB-9077-C5744CEA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185738"/>
            <a:ext cx="7645400" cy="906462"/>
          </a:xfrm>
        </p:spPr>
        <p:txBody>
          <a:bodyPr/>
          <a:lstStyle/>
          <a:p>
            <a:r>
              <a:rPr lang="en-US"/>
              <a:t>Example: k-Nearest Neighbors</a:t>
            </a:r>
          </a:p>
        </p:txBody>
      </p:sp>
      <p:pic>
        <p:nvPicPr>
          <p:cNvPr id="5" name="Content Placeholder 4" descr="Scatterplot with connected lines showing neighbors of each point">
            <a:extLst>
              <a:ext uri="{FF2B5EF4-FFF2-40B4-BE49-F238E27FC236}">
                <a16:creationId xmlns:a16="http://schemas.microsoft.com/office/drawing/2014/main" id="{DB164C03-E02F-45BC-BFF3-AD69B0E98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2487" y="1195957"/>
            <a:ext cx="6677025" cy="4953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10DF3-32B2-44A1-93E3-7DAF5592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78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5C113-831C-4818-82E6-5E9F8F784682}"/>
              </a:ext>
            </a:extLst>
          </p:cNvPr>
          <p:cNvSpPr txBox="1"/>
          <p:nvPr/>
        </p:nvSpPr>
        <p:spPr>
          <a:xfrm>
            <a:off x="4057650" y="6302930"/>
            <a:ext cx="2546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Neighbors of each point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AF0A38A-2501-46BA-B3E9-27C8C2F98D6E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7607030" y="1327150"/>
            <a:ext cx="2400570" cy="2000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C331B7C-1E96-4BEE-8AFA-A7AB4811A726}"/>
              </a:ext>
            </a:extLst>
          </p:cNvPr>
          <p:cNvSpPr/>
          <p:nvPr/>
        </p:nvSpPr>
        <p:spPr>
          <a:xfrm>
            <a:off x="10007600" y="1041400"/>
            <a:ext cx="7620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[0]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9C025EC-9D74-4A9D-B022-06F9B78412DB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8463064" y="1780898"/>
            <a:ext cx="1544536" cy="2857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E7E0A4F-A63A-4933-B5D9-BF7404850ECF}"/>
              </a:ext>
            </a:extLst>
          </p:cNvPr>
          <p:cNvSpPr/>
          <p:nvPr/>
        </p:nvSpPr>
        <p:spPr>
          <a:xfrm>
            <a:off x="10007600" y="1780898"/>
            <a:ext cx="7620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[1]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5CEB19-04E7-4A26-8B95-0EBCD03195D7}"/>
              </a:ext>
            </a:extLst>
          </p:cNvPr>
          <p:cNvSpPr/>
          <p:nvPr/>
        </p:nvSpPr>
        <p:spPr>
          <a:xfrm>
            <a:off x="10007600" y="3415713"/>
            <a:ext cx="7620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[3]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9BFC3F9-D4BC-4227-8032-2377AD17F264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6604000" y="2320303"/>
            <a:ext cx="3403600" cy="13811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513C239-ECD6-4F7E-8AA7-1667B8B12D80}"/>
              </a:ext>
            </a:extLst>
          </p:cNvPr>
          <p:cNvSpPr/>
          <p:nvPr/>
        </p:nvSpPr>
        <p:spPr>
          <a:xfrm>
            <a:off x="10007600" y="2606921"/>
            <a:ext cx="7620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[7]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0F2000-A876-406A-AC10-61D85D7F214E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7840494" y="2419875"/>
            <a:ext cx="2167106" cy="4727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68789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D858C-6170-49AD-931D-E18CFF0B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7013"/>
            <a:ext cx="10160000" cy="896937"/>
          </a:xfrm>
        </p:spPr>
        <p:txBody>
          <a:bodyPr/>
          <a:lstStyle/>
          <a:p>
            <a:r>
              <a:rPr lang="en-US"/>
              <a:t>Structured Data: Structured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F2363-8266-4456-9C7C-7C84CE9DF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7775"/>
            <a:ext cx="10160000" cy="5229225"/>
          </a:xfrm>
        </p:spPr>
        <p:txBody>
          <a:bodyPr/>
          <a:lstStyle/>
          <a:p>
            <a:r>
              <a:rPr lang="en-US"/>
              <a:t>NumPy structured arrays and record arrays provide efficient storage for compound, heterogeneous data.</a:t>
            </a:r>
          </a:p>
          <a:p>
            <a:pPr lvl="1"/>
            <a:r>
              <a:rPr lang="en-US"/>
              <a:t>They lend themselves to the use of Pandas </a:t>
            </a:r>
            <a:r>
              <a:rPr lang="en-US" err="1"/>
              <a:t>DataFrames</a:t>
            </a:r>
            <a:r>
              <a:rPr lang="en-US"/>
              <a:t> (covered in a subsequent module)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5C74A-70A8-47C6-A1A0-E56FF22E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79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AA8598-34DC-4A89-8477-93088E20399E}"/>
              </a:ext>
            </a:extLst>
          </p:cNvPr>
          <p:cNvSpPr/>
          <p:nvPr/>
        </p:nvSpPr>
        <p:spPr>
          <a:xfrm>
            <a:off x="1282700" y="2593181"/>
            <a:ext cx="6096000" cy="31393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name = ['Alice', 'Bob', 'Cathy', 'Doug']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age = [25, 45, 37, 19]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weight = [55.0, 85.5, 68.0, 61.5]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# Use a compound data type for structured arrays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data =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np.zeros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(4,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'names':('name', 'age', 'weight'),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'formats':('U10', 'i4', 'f8')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})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data['name'] = name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data['age'] = age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data['weight'] = weight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print(data)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344862-4908-4F00-90F5-A4F2C77B13CB}"/>
              </a:ext>
            </a:extLst>
          </p:cNvPr>
          <p:cNvSpPr/>
          <p:nvPr/>
        </p:nvSpPr>
        <p:spPr>
          <a:xfrm>
            <a:off x="1282700" y="5920085"/>
            <a:ext cx="7975600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/>
              <a:t>[('Alice', 25, 55. ) ('Bob', 45, 85.5) ('Cathy', 37, 68. ) ('Doug', 19, 61.5)]</a:t>
            </a:r>
          </a:p>
        </p:txBody>
      </p:sp>
    </p:spTree>
    <p:extLst>
      <p:ext uri="{BB962C8B-B14F-4D97-AF65-F5344CB8AC3E}">
        <p14:creationId xmlns:p14="http://schemas.microsoft.com/office/powerpoint/2010/main" val="12281658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FCEFF-1351-43F4-849F-72AD72DD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98438"/>
            <a:ext cx="10160000" cy="868362"/>
          </a:xfrm>
        </p:spPr>
        <p:txBody>
          <a:bodyPr/>
          <a:lstStyle/>
          <a:p>
            <a:r>
              <a:rPr lang="en-US"/>
              <a:t>Creating Structured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A314D-CB5F-4A25-9390-B49F768BA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81100"/>
            <a:ext cx="10160000" cy="5295900"/>
          </a:xfrm>
        </p:spPr>
        <p:txBody>
          <a:bodyPr/>
          <a:lstStyle/>
          <a:p>
            <a:r>
              <a:rPr lang="en-US" sz="2800"/>
              <a:t>Structured arrays allow reference either by index or by name: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75E63-8B73-4AC5-960D-181EFFC9C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80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F80532-0F04-433A-BF9C-665A9E919CDA}"/>
              </a:ext>
            </a:extLst>
          </p:cNvPr>
          <p:cNvSpPr/>
          <p:nvPr/>
        </p:nvSpPr>
        <p:spPr>
          <a:xfrm>
            <a:off x="1117600" y="1986260"/>
            <a:ext cx="91122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print(data)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print(data['name'])     # get all names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print(data[0])          # get first row of data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print(data[-1]['name']) # get name from last row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B4E39D-F101-4AF7-BC61-6851136DB143}"/>
              </a:ext>
            </a:extLst>
          </p:cNvPr>
          <p:cNvSpPr/>
          <p:nvPr/>
        </p:nvSpPr>
        <p:spPr>
          <a:xfrm>
            <a:off x="1117600" y="3848279"/>
            <a:ext cx="8959850" cy="212365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/>
              <a:t>[('Alice', 25, 55. ) ('Bob', 45, 85.5) ('Cathy', 37, 68. ) ('Doug', 19, 61.5)]</a:t>
            </a:r>
          </a:p>
          <a:p>
            <a:endParaRPr lang="en-US" sz="1200"/>
          </a:p>
          <a:p>
            <a:r>
              <a:rPr lang="en-US" sz="2400"/>
              <a:t>['Alice' 'Bob' 'Cathy' 'Doug']</a:t>
            </a:r>
          </a:p>
          <a:p>
            <a:endParaRPr lang="en-US" sz="1200"/>
          </a:p>
          <a:p>
            <a:r>
              <a:rPr lang="en-US" sz="2400"/>
              <a:t>('Alice', 25, 55.)</a:t>
            </a:r>
          </a:p>
          <a:p>
            <a:endParaRPr lang="en-US" sz="1200"/>
          </a:p>
          <a:p>
            <a:r>
              <a:rPr lang="en-US" sz="2400"/>
              <a:t>Doug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F3DAB96-F33D-4790-8F17-BE9677D15400}"/>
                  </a:ext>
                </a:extLst>
              </p14:cNvPr>
              <p14:cNvContentPartPr/>
              <p14:nvPr/>
            </p14:nvContentPartPr>
            <p14:xfrm>
              <a:off x="5664240" y="315612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F3DAB96-F33D-4790-8F17-BE9677D154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54880" y="31467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856393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B825-C1F0-478E-965B-1A3D14894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0338"/>
            <a:ext cx="10160000" cy="763587"/>
          </a:xfrm>
        </p:spPr>
        <p:txBody>
          <a:bodyPr/>
          <a:lstStyle/>
          <a:p>
            <a:r>
              <a:rPr lang="en-US" err="1"/>
              <a:t>RecordArrays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F9FBA-A3E6-465D-A416-A76670807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19200"/>
            <a:ext cx="10160000" cy="5257800"/>
          </a:xfrm>
        </p:spPr>
        <p:txBody>
          <a:bodyPr>
            <a:normAutofit/>
          </a:bodyPr>
          <a:lstStyle/>
          <a:p>
            <a:r>
              <a:rPr lang="en-US" sz="2800" err="1"/>
              <a:t>RecordArrays</a:t>
            </a:r>
            <a:r>
              <a:rPr lang="en-US" sz="2800"/>
              <a:t> allow fields to be accessed as attributes</a:t>
            </a:r>
          </a:p>
          <a:p>
            <a:pPr lvl="1"/>
            <a:r>
              <a:rPr lang="en-US" sz="2400"/>
              <a:t>Tradeoff is more convenient notation vs. increased overhead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B5116-B352-4B59-B9C9-74C5EE324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2596-301E-4832-9EC0-2653E7A66251}" type="slidenum">
              <a:rPr lang="en-US" smtClean="0"/>
              <a:t>81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383C94-15DB-4E45-B17E-3729B29C77FC}"/>
              </a:ext>
            </a:extLst>
          </p:cNvPr>
          <p:cNvSpPr/>
          <p:nvPr/>
        </p:nvSpPr>
        <p:spPr>
          <a:xfrm>
            <a:off x="1422400" y="2459235"/>
            <a:ext cx="7867650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print(data)</a:t>
            </a:r>
          </a:p>
          <a:p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data_rec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data.view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np.recarray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err="1">
                <a:latin typeface="Courier New" panose="02070309020205020404" pitchFamily="49" charset="0"/>
                <a:cs typeface="Courier New" panose="02070309020205020404" pitchFamily="49" charset="0"/>
              </a:rPr>
              <a:t>data_rec.age</a:t>
            </a:r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E197B3-94E9-4DE8-9F80-1CD38F1B0E5B}"/>
              </a:ext>
            </a:extLst>
          </p:cNvPr>
          <p:cNvSpPr/>
          <p:nvPr/>
        </p:nvSpPr>
        <p:spPr>
          <a:xfrm>
            <a:off x="1422400" y="4329410"/>
            <a:ext cx="8788400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/>
              <a:t>[('Alice', 25, 55. ) ('Bob', 45, 85.5) ('Cathy', 37, 68. ) ('Doug', 19, 61.5)]</a:t>
            </a:r>
          </a:p>
          <a:p>
            <a:endParaRPr lang="en-US" sz="1200"/>
          </a:p>
          <a:p>
            <a:r>
              <a:rPr lang="en-US" sz="2400"/>
              <a:t>[25 45 37 19]</a:t>
            </a:r>
          </a:p>
        </p:txBody>
      </p:sp>
    </p:spTree>
    <p:extLst>
      <p:ext uri="{BB962C8B-B14F-4D97-AF65-F5344CB8AC3E}">
        <p14:creationId xmlns:p14="http://schemas.microsoft.com/office/powerpoint/2010/main" val="16109645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D1DD32686CE24489424A9170307366" ma:contentTypeVersion="15" ma:contentTypeDescription="Create a new document." ma:contentTypeScope="" ma:versionID="13d377b174b2f529824765938dc2d5b0">
  <xsd:schema xmlns:xsd="http://www.w3.org/2001/XMLSchema" xmlns:xs="http://www.w3.org/2001/XMLSchema" xmlns:p="http://schemas.microsoft.com/office/2006/metadata/properties" xmlns:ns3="81e6d9a0-d199-4fc7-a2c1-6ec51debf725" xmlns:ns4="3512e15b-87ae-4a53-9243-959a2a020a94" targetNamespace="http://schemas.microsoft.com/office/2006/metadata/properties" ma:root="true" ma:fieldsID="5fdaa99288c0db04a9ff91cf3a2a6373" ns3:_="" ns4:_="">
    <xsd:import namespace="81e6d9a0-d199-4fc7-a2c1-6ec51debf725"/>
    <xsd:import namespace="3512e15b-87ae-4a53-9243-959a2a020a9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3:LastSharedByUser" minOccurs="0"/>
                <xsd:element ref="ns3:LastSharedByTime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Location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e6d9a0-d199-4fc7-a2c1-6ec51debf7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internalName="SharingHintHash" ma:readOnly="true">
      <xsd:simpleType>
        <xsd:restriction base="dms:Text"/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12e15b-87ae-4a53-9243-959a2a020a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6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7" nillable="true" ma:displayName="MediaServiceLocation" ma:internalName="MediaServiceLocation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74595A-8AF0-448D-A7B1-4FB03D538A75}">
  <ds:schemaRefs>
    <ds:schemaRef ds:uri="http://schemas.microsoft.com/office/infopath/2007/PartnerControls"/>
    <ds:schemaRef ds:uri="81e6d9a0-d199-4fc7-a2c1-6ec51debf725"/>
    <ds:schemaRef ds:uri="http://purl.org/dc/elements/1.1/"/>
    <ds:schemaRef ds:uri="http://schemas.microsoft.com/office/2006/metadata/properties"/>
    <ds:schemaRef ds:uri="3512e15b-87ae-4a53-9243-959a2a020a94"/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F7039C4-412A-4FE1-BDEC-66460D987B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CA7E5B-5FFB-49EC-B179-1C234B7BAE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e6d9a0-d199-4fc7-a2c1-6ec51debf725"/>
    <ds:schemaRef ds:uri="3512e15b-87ae-4a53-9243-959a2a020a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9288</Words>
  <Application>Microsoft Office PowerPoint</Application>
  <PresentationFormat>Widescreen</PresentationFormat>
  <Paragraphs>1297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6" baseType="lpstr">
      <vt:lpstr>Arial</vt:lpstr>
      <vt:lpstr>Calibri</vt:lpstr>
      <vt:lpstr>Cambria</vt:lpstr>
      <vt:lpstr>Courier New</vt:lpstr>
      <vt:lpstr>Adjacency</vt:lpstr>
      <vt:lpstr>COP2034C Programming in Python  Module 10 Analyzing Data with NumPy  Python Data Science Handbook Chapter 2. Introduction to NumPy</vt:lpstr>
      <vt:lpstr>Introduction to NumPy</vt:lpstr>
      <vt:lpstr>Installing and Using NumPy</vt:lpstr>
      <vt:lpstr>Installing and Using NumPy</vt:lpstr>
      <vt:lpstr>Understanding Data Types in Python</vt:lpstr>
      <vt:lpstr>NumPy N-Dimensional Arrays </vt:lpstr>
      <vt:lpstr>NumPy Arrays vs. Python Lists</vt:lpstr>
      <vt:lpstr>Creating NumPy Arrays from Lists</vt:lpstr>
      <vt:lpstr>Creating NumPy Arrays from Scratch</vt:lpstr>
      <vt:lpstr>Creating NumPy Arrays from Scratch</vt:lpstr>
      <vt:lpstr>NumPy Standard Numeric Data Types</vt:lpstr>
      <vt:lpstr>NumPy Array Operations</vt:lpstr>
      <vt:lpstr>NumPy Array Attributes</vt:lpstr>
      <vt:lpstr>Uniform Distribution in a Numpy Array</vt:lpstr>
      <vt:lpstr>NumPy Array Attributes</vt:lpstr>
      <vt:lpstr>Array Indexing: Single Element, Single Dimension</vt:lpstr>
      <vt:lpstr>Array Indexing: Single Element, Multi-Dimension</vt:lpstr>
      <vt:lpstr>Array Slicing: One Dimension</vt:lpstr>
      <vt:lpstr>Array Slicing: Multi-Dimension</vt:lpstr>
      <vt:lpstr>Accessing Array Rows and Columns</vt:lpstr>
      <vt:lpstr>NumPy Arrays as Views</vt:lpstr>
      <vt:lpstr>Reshaping Arrays</vt:lpstr>
      <vt:lpstr>Reshaping Arrays</vt:lpstr>
      <vt:lpstr>Reshaping Arrays: np.newaxis</vt:lpstr>
      <vt:lpstr>NumPy Arrays vs. Matrices</vt:lpstr>
      <vt:lpstr>Array Concatenation</vt:lpstr>
      <vt:lpstr>Array Concatenation with np.vstack</vt:lpstr>
      <vt:lpstr>Array Concatenation with np.hstack</vt:lpstr>
      <vt:lpstr>Array Splitting</vt:lpstr>
      <vt:lpstr>Universal Functions</vt:lpstr>
      <vt:lpstr>Universal Functions: Example</vt:lpstr>
      <vt:lpstr>Universal Functions: Example</vt:lpstr>
      <vt:lpstr>Universal Functions: Example</vt:lpstr>
      <vt:lpstr>uFuncs and Array Arithmetic</vt:lpstr>
      <vt:lpstr>uFunc Arithmetic Operators</vt:lpstr>
      <vt:lpstr>uFuncs And Arrays</vt:lpstr>
      <vt:lpstr>uFuncs And Multi-Dimensional Arrays</vt:lpstr>
      <vt:lpstr>Specifying Output</vt:lpstr>
      <vt:lpstr>Specifying Output: Views</vt:lpstr>
      <vt:lpstr>Aggregates</vt:lpstr>
      <vt:lpstr>Accumulating Aggregation Operations</vt:lpstr>
      <vt:lpstr>Aggregates as Summary Statistics</vt:lpstr>
      <vt:lpstr>Aggregates: Object Method Alternatives</vt:lpstr>
      <vt:lpstr>Multi-Dimensional Aggregates</vt:lpstr>
      <vt:lpstr>Aggregating on an Axis</vt:lpstr>
      <vt:lpstr>Aggregating on an Axis</vt:lpstr>
      <vt:lpstr>Aggregating on an Axis</vt:lpstr>
      <vt:lpstr>Aggregating on an Axis</vt:lpstr>
      <vt:lpstr>Computation on Arrays: Broadcasting</vt:lpstr>
      <vt:lpstr>Computation on Arrays: Broadcasting</vt:lpstr>
      <vt:lpstr>Computation on Arrays: Broadcasting</vt:lpstr>
      <vt:lpstr>Computation on Arrays: Broadcasting</vt:lpstr>
      <vt:lpstr>Computation on Arrays: Broadcasting</vt:lpstr>
      <vt:lpstr>Comparisons, Masks, and Boolean Logic</vt:lpstr>
      <vt:lpstr>Working with Masks</vt:lpstr>
      <vt:lpstr>Logical Operators and Boolean Array Masks</vt:lpstr>
      <vt:lpstr>Fancy Indexing</vt:lpstr>
      <vt:lpstr>Fancy Indexing: Multiple Dimensions</vt:lpstr>
      <vt:lpstr>Sorting Arrays</vt:lpstr>
      <vt:lpstr>Fast Sorting</vt:lpstr>
      <vt:lpstr>Sorting In Place</vt:lpstr>
      <vt:lpstr>Using argsort( ) for Sorted Indices</vt:lpstr>
      <vt:lpstr>Sorting On Columns or Rows</vt:lpstr>
      <vt:lpstr>Sorting On Columns or Rows</vt:lpstr>
      <vt:lpstr>Partial Sorts: Partitioning</vt:lpstr>
      <vt:lpstr>Partitioning on an Axis</vt:lpstr>
      <vt:lpstr>Example: k-Nearest Neighbors</vt:lpstr>
      <vt:lpstr>Example: k-Nearest Neighbors</vt:lpstr>
      <vt:lpstr>Example: k-Nearest Neighbors</vt:lpstr>
      <vt:lpstr>Example: k-Nearest Neighbors</vt:lpstr>
      <vt:lpstr>Example: k-Nearest Neighbors</vt:lpstr>
      <vt:lpstr>Example: k-Nearest Neighbors</vt:lpstr>
      <vt:lpstr>Example: k-Nearest Neighbors</vt:lpstr>
      <vt:lpstr>Example: k-Nearest Neighbors</vt:lpstr>
      <vt:lpstr>Example: k-Nearest Neighbors (K = 2)</vt:lpstr>
      <vt:lpstr>Example: k-Nearest Neighbors (K = 2)</vt:lpstr>
      <vt:lpstr>Example: k-Nearest Neighbors</vt:lpstr>
      <vt:lpstr>Example: k-Nearest Neighbors</vt:lpstr>
      <vt:lpstr>Structured Data: Structured Arrays</vt:lpstr>
      <vt:lpstr>Creating Structured Arrays</vt:lpstr>
      <vt:lpstr>RecordArrays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Python  Summer 2017 Day 1  Pamela Brauda David Singletary</dc:title>
  <dc:creator>David</dc:creator>
  <cp:lastModifiedBy>Singletary, David S.</cp:lastModifiedBy>
  <cp:revision>1</cp:revision>
  <dcterms:modified xsi:type="dcterms:W3CDTF">2021-03-30T12:43:53Z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0x010100EBD1DD32686CE24489424A9170307366</vt:lpwstr>
  </property>
</Properties>
</file>